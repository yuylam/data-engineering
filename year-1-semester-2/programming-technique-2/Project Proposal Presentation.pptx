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23"/>
  </p:notesMasterIdLst>
  <p:sldIdLst>
    <p:sldId id="256" r:id="rId2"/>
    <p:sldId id="258" r:id="rId3"/>
    <p:sldId id="337" r:id="rId4"/>
    <p:sldId id="338" r:id="rId5"/>
    <p:sldId id="260" r:id="rId6"/>
    <p:sldId id="339" r:id="rId7"/>
    <p:sldId id="340" r:id="rId8"/>
    <p:sldId id="259" r:id="rId9"/>
    <p:sldId id="341" r:id="rId10"/>
    <p:sldId id="342" r:id="rId11"/>
    <p:sldId id="347" r:id="rId12"/>
    <p:sldId id="348" r:id="rId13"/>
    <p:sldId id="343" r:id="rId14"/>
    <p:sldId id="344" r:id="rId15"/>
    <p:sldId id="345" r:id="rId16"/>
    <p:sldId id="352" r:id="rId17"/>
    <p:sldId id="346" r:id="rId18"/>
    <p:sldId id="349" r:id="rId19"/>
    <p:sldId id="350" r:id="rId20"/>
    <p:sldId id="351" r:id="rId21"/>
    <p:sldId id="268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1A90125-C876-FB26-DF75-A24433D90732}" name="Ana Pancorbo" initials="AP" userId="S::apancorbo@freepikco.onmicrosoft.com::4c647062-b286-4ec9-a79d-abe5166791c6" providerId="AD"/>
  <p188:author id="{60FB20EF-046E-9836-70C5-E8938F8A6740}" name="Paula López Rodríguez" initials="PLR" userId="S::prodriguez@freepikco.onmicrosoft.com::0dabe7f3-1114-4626-94e2-2624c6ec2e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B2FC"/>
    <a:srgbClr val="363D23"/>
    <a:srgbClr val="444E2C"/>
    <a:srgbClr val="525D35"/>
    <a:srgbClr val="424B2B"/>
    <a:srgbClr val="FCF8EA"/>
    <a:srgbClr val="265444"/>
    <a:srgbClr val="6E6E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5079" autoAdjust="0"/>
  </p:normalViewPr>
  <p:slideViewPr>
    <p:cSldViewPr snapToGrid="0" showGuides="1">
      <p:cViewPr varScale="1">
        <p:scale>
          <a:sx n="107" d="100"/>
          <a:sy n="107" d="100"/>
        </p:scale>
        <p:origin x="893" y="77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7" d="100"/>
        <a:sy n="27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F14B85-86FD-4281-994F-CF394B8FD7AF}" type="doc">
      <dgm:prSet loTypeId="urn:microsoft.com/office/officeart/2005/8/layout/radial1" loCatId="relationship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ADB45F7F-4548-407E-A0CF-21D0FADF8B01}">
      <dgm:prSet phldrT="[Text]" custT="1"/>
      <dgm:spPr/>
      <dgm:t>
        <a:bodyPr/>
        <a:lstStyle/>
        <a:p>
          <a:r>
            <a:rPr lang="en-US" sz="1050" b="1" dirty="0">
              <a:solidFill>
                <a:schemeClr val="accent3"/>
              </a:solidFill>
              <a:latin typeface="Avenir Next LT Pro Light" panose="020B0304020202020204" pitchFamily="34" charset="0"/>
            </a:rPr>
            <a:t>Transaction</a:t>
          </a:r>
        </a:p>
        <a:p>
          <a:r>
            <a:rPr lang="en-US" sz="1050" b="1" dirty="0">
              <a:solidFill>
                <a:schemeClr val="accent3"/>
              </a:solidFill>
              <a:latin typeface="Avenir Next LT Pro Light" panose="020B0304020202020204" pitchFamily="34" charset="0"/>
            </a:rPr>
            <a:t>Data</a:t>
          </a:r>
        </a:p>
      </dgm:t>
    </dgm:pt>
    <dgm:pt modelId="{27790D7A-8BE3-4E8E-A3B0-E93A8A8EE7B4}" type="parTrans" cxnId="{E2570C82-CFE2-4BC3-AFAC-46BCFF8B0D6E}">
      <dgm:prSet/>
      <dgm:spPr/>
      <dgm:t>
        <a:bodyPr/>
        <a:lstStyle/>
        <a:p>
          <a:endParaRPr lang="en-US">
            <a:solidFill>
              <a:schemeClr val="accent3"/>
            </a:solidFill>
            <a:latin typeface="Avenir Next LT Pro Light" panose="020B0304020202020204" pitchFamily="34" charset="0"/>
          </a:endParaRPr>
        </a:p>
      </dgm:t>
    </dgm:pt>
    <dgm:pt modelId="{CA3B445D-6B6C-47E4-8741-961567184118}" type="sibTrans" cxnId="{E2570C82-CFE2-4BC3-AFAC-46BCFF8B0D6E}">
      <dgm:prSet/>
      <dgm:spPr/>
      <dgm:t>
        <a:bodyPr/>
        <a:lstStyle/>
        <a:p>
          <a:endParaRPr lang="en-US">
            <a:solidFill>
              <a:schemeClr val="accent3"/>
            </a:solidFill>
            <a:latin typeface="Avenir Next LT Pro Light" panose="020B0304020202020204" pitchFamily="34" charset="0"/>
          </a:endParaRPr>
        </a:p>
      </dgm:t>
    </dgm:pt>
    <dgm:pt modelId="{165AB30A-23BF-46D0-8302-E181A96E2E04}">
      <dgm:prSet phldrT="[Text]"/>
      <dgm:spPr/>
      <dgm:t>
        <a:bodyPr/>
        <a:lstStyle/>
        <a:p>
          <a:r>
            <a:rPr lang="en-US" dirty="0">
              <a:solidFill>
                <a:schemeClr val="accent3"/>
              </a:solidFill>
              <a:latin typeface="Avenir Next LT Pro Light" panose="020B0304020202020204" pitchFamily="34" charset="0"/>
            </a:rPr>
            <a:t>Type of discount that applied</a:t>
          </a:r>
        </a:p>
      </dgm:t>
    </dgm:pt>
    <dgm:pt modelId="{3119DA4C-8A16-456C-8B37-F7528BDB8E63}" type="parTrans" cxnId="{20FDBB12-EC42-480E-8A08-A9126AEFCD99}">
      <dgm:prSet/>
      <dgm:spPr/>
      <dgm:t>
        <a:bodyPr/>
        <a:lstStyle/>
        <a:p>
          <a:endParaRPr lang="en-US">
            <a:solidFill>
              <a:schemeClr val="accent3"/>
            </a:solidFill>
            <a:latin typeface="Avenir Next LT Pro Light" panose="020B0304020202020204" pitchFamily="34" charset="0"/>
          </a:endParaRPr>
        </a:p>
      </dgm:t>
    </dgm:pt>
    <dgm:pt modelId="{65D47FF0-12BF-4E43-94CC-CCF3DE680F60}" type="sibTrans" cxnId="{20FDBB12-EC42-480E-8A08-A9126AEFCD99}">
      <dgm:prSet/>
      <dgm:spPr/>
      <dgm:t>
        <a:bodyPr/>
        <a:lstStyle/>
        <a:p>
          <a:endParaRPr lang="en-US">
            <a:solidFill>
              <a:schemeClr val="accent3"/>
            </a:solidFill>
            <a:latin typeface="Avenir Next LT Pro Light" panose="020B0304020202020204" pitchFamily="34" charset="0"/>
          </a:endParaRPr>
        </a:p>
      </dgm:t>
    </dgm:pt>
    <dgm:pt modelId="{5BB48E8D-6E43-4329-8A2C-E182AB45FAE8}">
      <dgm:prSet phldrT="[Text]"/>
      <dgm:spPr/>
      <dgm:t>
        <a:bodyPr/>
        <a:lstStyle/>
        <a:p>
          <a:r>
            <a:rPr lang="en-US" dirty="0">
              <a:solidFill>
                <a:schemeClr val="accent3"/>
              </a:solidFill>
              <a:latin typeface="Avenir Next LT Pro Light" panose="020B0304020202020204" pitchFamily="34" charset="0"/>
            </a:rPr>
            <a:t>the payment method used </a:t>
          </a:r>
        </a:p>
      </dgm:t>
    </dgm:pt>
    <dgm:pt modelId="{19311076-D4B4-412E-8DF5-CD2CAD9F071E}" type="parTrans" cxnId="{9DB2F883-938A-448D-92C6-27FD935DF0FC}">
      <dgm:prSet/>
      <dgm:spPr/>
      <dgm:t>
        <a:bodyPr/>
        <a:lstStyle/>
        <a:p>
          <a:endParaRPr lang="en-US">
            <a:solidFill>
              <a:schemeClr val="accent3"/>
            </a:solidFill>
            <a:latin typeface="Avenir Next LT Pro Light" panose="020B0304020202020204" pitchFamily="34" charset="0"/>
          </a:endParaRPr>
        </a:p>
      </dgm:t>
    </dgm:pt>
    <dgm:pt modelId="{A1AF2312-704A-4C0D-8ABF-724555B7D963}" type="sibTrans" cxnId="{9DB2F883-938A-448D-92C6-27FD935DF0FC}">
      <dgm:prSet/>
      <dgm:spPr/>
      <dgm:t>
        <a:bodyPr/>
        <a:lstStyle/>
        <a:p>
          <a:endParaRPr lang="en-US">
            <a:solidFill>
              <a:schemeClr val="accent3"/>
            </a:solidFill>
            <a:latin typeface="Avenir Next LT Pro Light" panose="020B0304020202020204" pitchFamily="34" charset="0"/>
          </a:endParaRPr>
        </a:p>
      </dgm:t>
    </dgm:pt>
    <dgm:pt modelId="{E72F3E5C-CF4B-4BEA-B590-3CF8B3022F68}">
      <dgm:prSet phldrT="[Text]"/>
      <dgm:spPr/>
      <dgm:t>
        <a:bodyPr/>
        <a:lstStyle/>
        <a:p>
          <a:r>
            <a:rPr lang="en-US" dirty="0">
              <a:solidFill>
                <a:schemeClr val="accent3"/>
              </a:solidFill>
              <a:latin typeface="Avenir Next LT Pro Light" panose="020B0304020202020204" pitchFamily="34" charset="0"/>
            </a:rPr>
            <a:t>the time and date of the transaction</a:t>
          </a:r>
        </a:p>
      </dgm:t>
    </dgm:pt>
    <dgm:pt modelId="{B2558C14-6220-467B-B1D6-F593A4D2E3D7}" type="parTrans" cxnId="{1AE022D7-7A6D-4B11-B077-1B2AC943A446}">
      <dgm:prSet/>
      <dgm:spPr/>
      <dgm:t>
        <a:bodyPr/>
        <a:lstStyle/>
        <a:p>
          <a:endParaRPr lang="en-US">
            <a:solidFill>
              <a:schemeClr val="accent3"/>
            </a:solidFill>
            <a:latin typeface="Avenir Next LT Pro Light" panose="020B0304020202020204" pitchFamily="34" charset="0"/>
          </a:endParaRPr>
        </a:p>
      </dgm:t>
    </dgm:pt>
    <dgm:pt modelId="{76001651-FFA4-4BDA-BE07-D1283681D6B5}" type="sibTrans" cxnId="{1AE022D7-7A6D-4B11-B077-1B2AC943A446}">
      <dgm:prSet/>
      <dgm:spPr/>
      <dgm:t>
        <a:bodyPr/>
        <a:lstStyle/>
        <a:p>
          <a:endParaRPr lang="en-US">
            <a:solidFill>
              <a:schemeClr val="accent3"/>
            </a:solidFill>
            <a:latin typeface="Avenir Next LT Pro Light" panose="020B0304020202020204" pitchFamily="34" charset="0"/>
          </a:endParaRPr>
        </a:p>
      </dgm:t>
    </dgm:pt>
    <dgm:pt modelId="{49F63A89-DB7F-4873-8789-E3691C7A0112}">
      <dgm:prSet/>
      <dgm:spPr/>
      <dgm:t>
        <a:bodyPr/>
        <a:lstStyle/>
        <a:p>
          <a:r>
            <a:rPr lang="en-US" dirty="0">
              <a:solidFill>
                <a:schemeClr val="accent3"/>
              </a:solidFill>
              <a:latin typeface="Avenir Next LT Pro Light" panose="020B0304020202020204" pitchFamily="34" charset="0"/>
            </a:rPr>
            <a:t>the items purchased</a:t>
          </a:r>
        </a:p>
      </dgm:t>
    </dgm:pt>
    <dgm:pt modelId="{03688ABB-D606-4069-8F0E-A3B08C39C59E}" type="parTrans" cxnId="{398CA901-0D95-47FB-9235-5D083892FC60}">
      <dgm:prSet/>
      <dgm:spPr/>
      <dgm:t>
        <a:bodyPr/>
        <a:lstStyle/>
        <a:p>
          <a:endParaRPr lang="en-US">
            <a:solidFill>
              <a:schemeClr val="accent3"/>
            </a:solidFill>
            <a:latin typeface="Avenir Next LT Pro Light" panose="020B0304020202020204" pitchFamily="34" charset="0"/>
          </a:endParaRPr>
        </a:p>
      </dgm:t>
    </dgm:pt>
    <dgm:pt modelId="{82D415DB-CFC5-44D0-A8EA-4A5CF1C09E45}" type="sibTrans" cxnId="{398CA901-0D95-47FB-9235-5D083892FC60}">
      <dgm:prSet/>
      <dgm:spPr/>
      <dgm:t>
        <a:bodyPr/>
        <a:lstStyle/>
        <a:p>
          <a:endParaRPr lang="en-US">
            <a:solidFill>
              <a:schemeClr val="accent3"/>
            </a:solidFill>
            <a:latin typeface="Avenir Next LT Pro Light" panose="020B0304020202020204" pitchFamily="34" charset="0"/>
          </a:endParaRPr>
        </a:p>
      </dgm:t>
    </dgm:pt>
    <dgm:pt modelId="{43DFDAC9-13D2-4FE7-9388-91D5570B9D86}" type="pres">
      <dgm:prSet presAssocID="{FCF14B85-86FD-4281-994F-CF394B8FD7AF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B01A4B2-A636-4B4C-B7B1-B207843E66E3}" type="pres">
      <dgm:prSet presAssocID="{ADB45F7F-4548-407E-A0CF-21D0FADF8B01}" presName="centerShape" presStyleLbl="node0" presStyleIdx="0" presStyleCnt="1"/>
      <dgm:spPr/>
    </dgm:pt>
    <dgm:pt modelId="{8EB0BD60-2E88-4B77-A90C-4B2B08261855}" type="pres">
      <dgm:prSet presAssocID="{03688ABB-D606-4069-8F0E-A3B08C39C59E}" presName="Name9" presStyleLbl="parChTrans1D2" presStyleIdx="0" presStyleCnt="4"/>
      <dgm:spPr/>
    </dgm:pt>
    <dgm:pt modelId="{DD7EF2CF-054D-4E1D-A70B-6B25BCA9216D}" type="pres">
      <dgm:prSet presAssocID="{03688ABB-D606-4069-8F0E-A3B08C39C59E}" presName="connTx" presStyleLbl="parChTrans1D2" presStyleIdx="0" presStyleCnt="4"/>
      <dgm:spPr/>
    </dgm:pt>
    <dgm:pt modelId="{B9FB30FC-9FA6-4D03-9900-B673FDEF7F7D}" type="pres">
      <dgm:prSet presAssocID="{49F63A89-DB7F-4873-8789-E3691C7A0112}" presName="node" presStyleLbl="node1" presStyleIdx="0" presStyleCnt="4">
        <dgm:presLayoutVars>
          <dgm:bulletEnabled val="1"/>
        </dgm:presLayoutVars>
      </dgm:prSet>
      <dgm:spPr/>
    </dgm:pt>
    <dgm:pt modelId="{15749B16-9280-421B-B6A3-2073AD9F456C}" type="pres">
      <dgm:prSet presAssocID="{3119DA4C-8A16-456C-8B37-F7528BDB8E63}" presName="Name9" presStyleLbl="parChTrans1D2" presStyleIdx="1" presStyleCnt="4"/>
      <dgm:spPr/>
    </dgm:pt>
    <dgm:pt modelId="{7F27D0A5-AB00-4A75-B0A6-2AB621DC406D}" type="pres">
      <dgm:prSet presAssocID="{3119DA4C-8A16-456C-8B37-F7528BDB8E63}" presName="connTx" presStyleLbl="parChTrans1D2" presStyleIdx="1" presStyleCnt="4"/>
      <dgm:spPr/>
    </dgm:pt>
    <dgm:pt modelId="{B85369AB-E54D-44B0-A0BF-6AD52B3CAF31}" type="pres">
      <dgm:prSet presAssocID="{165AB30A-23BF-46D0-8302-E181A96E2E04}" presName="node" presStyleLbl="node1" presStyleIdx="1" presStyleCnt="4">
        <dgm:presLayoutVars>
          <dgm:bulletEnabled val="1"/>
        </dgm:presLayoutVars>
      </dgm:prSet>
      <dgm:spPr/>
    </dgm:pt>
    <dgm:pt modelId="{01CF3B87-9360-4FE5-B8C4-9714E1CE0037}" type="pres">
      <dgm:prSet presAssocID="{19311076-D4B4-412E-8DF5-CD2CAD9F071E}" presName="Name9" presStyleLbl="parChTrans1D2" presStyleIdx="2" presStyleCnt="4"/>
      <dgm:spPr/>
    </dgm:pt>
    <dgm:pt modelId="{1D444F70-26B9-4515-9424-442E4EFE2437}" type="pres">
      <dgm:prSet presAssocID="{19311076-D4B4-412E-8DF5-CD2CAD9F071E}" presName="connTx" presStyleLbl="parChTrans1D2" presStyleIdx="2" presStyleCnt="4"/>
      <dgm:spPr/>
    </dgm:pt>
    <dgm:pt modelId="{A5826555-4FD8-4D04-8782-6C671289F8B5}" type="pres">
      <dgm:prSet presAssocID="{5BB48E8D-6E43-4329-8A2C-E182AB45FAE8}" presName="node" presStyleLbl="node1" presStyleIdx="2" presStyleCnt="4">
        <dgm:presLayoutVars>
          <dgm:bulletEnabled val="1"/>
        </dgm:presLayoutVars>
      </dgm:prSet>
      <dgm:spPr/>
    </dgm:pt>
    <dgm:pt modelId="{A1660EC6-82A9-499C-B66A-D104C63A1988}" type="pres">
      <dgm:prSet presAssocID="{B2558C14-6220-467B-B1D6-F593A4D2E3D7}" presName="Name9" presStyleLbl="parChTrans1D2" presStyleIdx="3" presStyleCnt="4"/>
      <dgm:spPr/>
    </dgm:pt>
    <dgm:pt modelId="{35B4E22A-83AB-4E54-9C5B-2345748E8709}" type="pres">
      <dgm:prSet presAssocID="{B2558C14-6220-467B-B1D6-F593A4D2E3D7}" presName="connTx" presStyleLbl="parChTrans1D2" presStyleIdx="3" presStyleCnt="4"/>
      <dgm:spPr/>
    </dgm:pt>
    <dgm:pt modelId="{9D36466D-5EB2-4324-8FA4-CBB06382BA5B}" type="pres">
      <dgm:prSet presAssocID="{E72F3E5C-CF4B-4BEA-B590-3CF8B3022F68}" presName="node" presStyleLbl="node1" presStyleIdx="3" presStyleCnt="4">
        <dgm:presLayoutVars>
          <dgm:bulletEnabled val="1"/>
        </dgm:presLayoutVars>
      </dgm:prSet>
      <dgm:spPr/>
    </dgm:pt>
  </dgm:ptLst>
  <dgm:cxnLst>
    <dgm:cxn modelId="{398CA901-0D95-47FB-9235-5D083892FC60}" srcId="{ADB45F7F-4548-407E-A0CF-21D0FADF8B01}" destId="{49F63A89-DB7F-4873-8789-E3691C7A0112}" srcOrd="0" destOrd="0" parTransId="{03688ABB-D606-4069-8F0E-A3B08C39C59E}" sibTransId="{82D415DB-CFC5-44D0-A8EA-4A5CF1C09E45}"/>
    <dgm:cxn modelId="{69DC0D02-DEC4-4F1E-8590-291427CFA804}" type="presOf" srcId="{03688ABB-D606-4069-8F0E-A3B08C39C59E}" destId="{DD7EF2CF-054D-4E1D-A70B-6B25BCA9216D}" srcOrd="1" destOrd="0" presId="urn:microsoft.com/office/officeart/2005/8/layout/radial1"/>
    <dgm:cxn modelId="{128D4C05-A254-4CE9-9352-8689F89271DB}" type="presOf" srcId="{B2558C14-6220-467B-B1D6-F593A4D2E3D7}" destId="{A1660EC6-82A9-499C-B66A-D104C63A1988}" srcOrd="0" destOrd="0" presId="urn:microsoft.com/office/officeart/2005/8/layout/radial1"/>
    <dgm:cxn modelId="{562BFF0E-F344-4B47-A4E4-CB4299CD0B1C}" type="presOf" srcId="{3119DA4C-8A16-456C-8B37-F7528BDB8E63}" destId="{7F27D0A5-AB00-4A75-B0A6-2AB621DC406D}" srcOrd="1" destOrd="0" presId="urn:microsoft.com/office/officeart/2005/8/layout/radial1"/>
    <dgm:cxn modelId="{690F4C0F-7544-4F5A-87C6-3459A9A2CC23}" type="presOf" srcId="{FCF14B85-86FD-4281-994F-CF394B8FD7AF}" destId="{43DFDAC9-13D2-4FE7-9388-91D5570B9D86}" srcOrd="0" destOrd="0" presId="urn:microsoft.com/office/officeart/2005/8/layout/radial1"/>
    <dgm:cxn modelId="{20FDBB12-EC42-480E-8A08-A9126AEFCD99}" srcId="{ADB45F7F-4548-407E-A0CF-21D0FADF8B01}" destId="{165AB30A-23BF-46D0-8302-E181A96E2E04}" srcOrd="1" destOrd="0" parTransId="{3119DA4C-8A16-456C-8B37-F7528BDB8E63}" sibTransId="{65D47FF0-12BF-4E43-94CC-CCF3DE680F60}"/>
    <dgm:cxn modelId="{6BEEA42E-6DBC-4A29-B030-ADDA8A4E9609}" type="presOf" srcId="{165AB30A-23BF-46D0-8302-E181A96E2E04}" destId="{B85369AB-E54D-44B0-A0BF-6AD52B3CAF31}" srcOrd="0" destOrd="0" presId="urn:microsoft.com/office/officeart/2005/8/layout/radial1"/>
    <dgm:cxn modelId="{2B48AF3E-441E-477A-B925-1DE9256601C3}" type="presOf" srcId="{19311076-D4B4-412E-8DF5-CD2CAD9F071E}" destId="{1D444F70-26B9-4515-9424-442E4EFE2437}" srcOrd="1" destOrd="0" presId="urn:microsoft.com/office/officeart/2005/8/layout/radial1"/>
    <dgm:cxn modelId="{4EE1413F-0561-4D2B-AFAA-0C2CD450A641}" type="presOf" srcId="{49F63A89-DB7F-4873-8789-E3691C7A0112}" destId="{B9FB30FC-9FA6-4D03-9900-B673FDEF7F7D}" srcOrd="0" destOrd="0" presId="urn:microsoft.com/office/officeart/2005/8/layout/radial1"/>
    <dgm:cxn modelId="{AFCD3C5E-7739-4E98-9D03-B06420B4AB0B}" type="presOf" srcId="{ADB45F7F-4548-407E-A0CF-21D0FADF8B01}" destId="{4B01A4B2-A636-4B4C-B7B1-B207843E66E3}" srcOrd="0" destOrd="0" presId="urn:microsoft.com/office/officeart/2005/8/layout/radial1"/>
    <dgm:cxn modelId="{A7410F51-EB88-4363-80E5-78191BCDC1EE}" type="presOf" srcId="{5BB48E8D-6E43-4329-8A2C-E182AB45FAE8}" destId="{A5826555-4FD8-4D04-8782-6C671289F8B5}" srcOrd="0" destOrd="0" presId="urn:microsoft.com/office/officeart/2005/8/layout/radial1"/>
    <dgm:cxn modelId="{05C4CA52-3F7B-4D3A-89C3-51335482CC5B}" type="presOf" srcId="{03688ABB-D606-4069-8F0E-A3B08C39C59E}" destId="{8EB0BD60-2E88-4B77-A90C-4B2B08261855}" srcOrd="0" destOrd="0" presId="urn:microsoft.com/office/officeart/2005/8/layout/radial1"/>
    <dgm:cxn modelId="{E2570C82-CFE2-4BC3-AFAC-46BCFF8B0D6E}" srcId="{FCF14B85-86FD-4281-994F-CF394B8FD7AF}" destId="{ADB45F7F-4548-407E-A0CF-21D0FADF8B01}" srcOrd="0" destOrd="0" parTransId="{27790D7A-8BE3-4E8E-A3B0-E93A8A8EE7B4}" sibTransId="{CA3B445D-6B6C-47E4-8741-961567184118}"/>
    <dgm:cxn modelId="{9DB2F883-938A-448D-92C6-27FD935DF0FC}" srcId="{ADB45F7F-4548-407E-A0CF-21D0FADF8B01}" destId="{5BB48E8D-6E43-4329-8A2C-E182AB45FAE8}" srcOrd="2" destOrd="0" parTransId="{19311076-D4B4-412E-8DF5-CD2CAD9F071E}" sibTransId="{A1AF2312-704A-4C0D-8ABF-724555B7D963}"/>
    <dgm:cxn modelId="{047D8391-30E1-41DC-9FED-18FD5FECD913}" type="presOf" srcId="{3119DA4C-8A16-456C-8B37-F7528BDB8E63}" destId="{15749B16-9280-421B-B6A3-2073AD9F456C}" srcOrd="0" destOrd="0" presId="urn:microsoft.com/office/officeart/2005/8/layout/radial1"/>
    <dgm:cxn modelId="{4F72FB98-4206-4772-A85D-1D822D2E049D}" type="presOf" srcId="{19311076-D4B4-412E-8DF5-CD2CAD9F071E}" destId="{01CF3B87-9360-4FE5-B8C4-9714E1CE0037}" srcOrd="0" destOrd="0" presId="urn:microsoft.com/office/officeart/2005/8/layout/radial1"/>
    <dgm:cxn modelId="{1AE022D7-7A6D-4B11-B077-1B2AC943A446}" srcId="{ADB45F7F-4548-407E-A0CF-21D0FADF8B01}" destId="{E72F3E5C-CF4B-4BEA-B590-3CF8B3022F68}" srcOrd="3" destOrd="0" parTransId="{B2558C14-6220-467B-B1D6-F593A4D2E3D7}" sibTransId="{76001651-FFA4-4BDA-BE07-D1283681D6B5}"/>
    <dgm:cxn modelId="{7F57CAD8-FA40-4106-B532-39D086A34B73}" type="presOf" srcId="{E72F3E5C-CF4B-4BEA-B590-3CF8B3022F68}" destId="{9D36466D-5EB2-4324-8FA4-CBB06382BA5B}" srcOrd="0" destOrd="0" presId="urn:microsoft.com/office/officeart/2005/8/layout/radial1"/>
    <dgm:cxn modelId="{CF9649F8-D00E-4969-8911-BCEA5D0228E5}" type="presOf" srcId="{B2558C14-6220-467B-B1D6-F593A4D2E3D7}" destId="{35B4E22A-83AB-4E54-9C5B-2345748E8709}" srcOrd="1" destOrd="0" presId="urn:microsoft.com/office/officeart/2005/8/layout/radial1"/>
    <dgm:cxn modelId="{7B17BC12-1492-4923-95EE-0F0F19891A59}" type="presParOf" srcId="{43DFDAC9-13D2-4FE7-9388-91D5570B9D86}" destId="{4B01A4B2-A636-4B4C-B7B1-B207843E66E3}" srcOrd="0" destOrd="0" presId="urn:microsoft.com/office/officeart/2005/8/layout/radial1"/>
    <dgm:cxn modelId="{1A945824-7AB6-4AC4-A18F-E7E59120A923}" type="presParOf" srcId="{43DFDAC9-13D2-4FE7-9388-91D5570B9D86}" destId="{8EB0BD60-2E88-4B77-A90C-4B2B08261855}" srcOrd="1" destOrd="0" presId="urn:microsoft.com/office/officeart/2005/8/layout/radial1"/>
    <dgm:cxn modelId="{036B1758-51C3-4380-AA24-7C846780965F}" type="presParOf" srcId="{8EB0BD60-2E88-4B77-A90C-4B2B08261855}" destId="{DD7EF2CF-054D-4E1D-A70B-6B25BCA9216D}" srcOrd="0" destOrd="0" presId="urn:microsoft.com/office/officeart/2005/8/layout/radial1"/>
    <dgm:cxn modelId="{C3FDFA33-30D4-42F5-AE88-319784C972B8}" type="presParOf" srcId="{43DFDAC9-13D2-4FE7-9388-91D5570B9D86}" destId="{B9FB30FC-9FA6-4D03-9900-B673FDEF7F7D}" srcOrd="2" destOrd="0" presId="urn:microsoft.com/office/officeart/2005/8/layout/radial1"/>
    <dgm:cxn modelId="{AAB3E271-1575-4D26-A7FD-712E35232039}" type="presParOf" srcId="{43DFDAC9-13D2-4FE7-9388-91D5570B9D86}" destId="{15749B16-9280-421B-B6A3-2073AD9F456C}" srcOrd="3" destOrd="0" presId="urn:microsoft.com/office/officeart/2005/8/layout/radial1"/>
    <dgm:cxn modelId="{BFF2BBD8-4801-4B4E-AA41-0EDC0D530815}" type="presParOf" srcId="{15749B16-9280-421B-B6A3-2073AD9F456C}" destId="{7F27D0A5-AB00-4A75-B0A6-2AB621DC406D}" srcOrd="0" destOrd="0" presId="urn:microsoft.com/office/officeart/2005/8/layout/radial1"/>
    <dgm:cxn modelId="{9CD999A5-CA4A-4DB6-822C-618C45DD8195}" type="presParOf" srcId="{43DFDAC9-13D2-4FE7-9388-91D5570B9D86}" destId="{B85369AB-E54D-44B0-A0BF-6AD52B3CAF31}" srcOrd="4" destOrd="0" presId="urn:microsoft.com/office/officeart/2005/8/layout/radial1"/>
    <dgm:cxn modelId="{A8CA7207-CE55-4C19-A1B9-466522DF6232}" type="presParOf" srcId="{43DFDAC9-13D2-4FE7-9388-91D5570B9D86}" destId="{01CF3B87-9360-4FE5-B8C4-9714E1CE0037}" srcOrd="5" destOrd="0" presId="urn:microsoft.com/office/officeart/2005/8/layout/radial1"/>
    <dgm:cxn modelId="{8CBC62B5-DEB9-4A93-898D-685AFE2E458F}" type="presParOf" srcId="{01CF3B87-9360-4FE5-B8C4-9714E1CE0037}" destId="{1D444F70-26B9-4515-9424-442E4EFE2437}" srcOrd="0" destOrd="0" presId="urn:microsoft.com/office/officeart/2005/8/layout/radial1"/>
    <dgm:cxn modelId="{0C26EB06-5E50-460C-8BF3-0D6943098AD2}" type="presParOf" srcId="{43DFDAC9-13D2-4FE7-9388-91D5570B9D86}" destId="{A5826555-4FD8-4D04-8782-6C671289F8B5}" srcOrd="6" destOrd="0" presId="urn:microsoft.com/office/officeart/2005/8/layout/radial1"/>
    <dgm:cxn modelId="{ACA432CA-0060-4642-9A04-621B1E7FDD67}" type="presParOf" srcId="{43DFDAC9-13D2-4FE7-9388-91D5570B9D86}" destId="{A1660EC6-82A9-499C-B66A-D104C63A1988}" srcOrd="7" destOrd="0" presId="urn:microsoft.com/office/officeart/2005/8/layout/radial1"/>
    <dgm:cxn modelId="{74DB95B6-0E50-477F-BD88-09B40FAC0D3C}" type="presParOf" srcId="{A1660EC6-82A9-499C-B66A-D104C63A1988}" destId="{35B4E22A-83AB-4E54-9C5B-2345748E8709}" srcOrd="0" destOrd="0" presId="urn:microsoft.com/office/officeart/2005/8/layout/radial1"/>
    <dgm:cxn modelId="{A5F240B2-5FEE-4D0B-B418-6E787E4F497C}" type="presParOf" srcId="{43DFDAC9-13D2-4FE7-9388-91D5570B9D86}" destId="{9D36466D-5EB2-4324-8FA4-CBB06382BA5B}" srcOrd="8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01A4B2-A636-4B4C-B7B1-B207843E66E3}">
      <dsp:nvSpPr>
        <dsp:cNvPr id="0" name=""/>
        <dsp:cNvSpPr/>
      </dsp:nvSpPr>
      <dsp:spPr>
        <a:xfrm>
          <a:off x="2150280" y="1355388"/>
          <a:ext cx="1040584" cy="10405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>
              <a:solidFill>
                <a:schemeClr val="accent3"/>
              </a:solidFill>
              <a:latin typeface="Avenir Next LT Pro Light" panose="020B0304020202020204" pitchFamily="34" charset="0"/>
            </a:rPr>
            <a:t>Transaction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>
              <a:solidFill>
                <a:schemeClr val="accent3"/>
              </a:solidFill>
              <a:latin typeface="Avenir Next LT Pro Light" panose="020B0304020202020204" pitchFamily="34" charset="0"/>
            </a:rPr>
            <a:t>Data</a:t>
          </a:r>
        </a:p>
      </dsp:txBody>
      <dsp:txXfrm>
        <a:off x="2302670" y="1507778"/>
        <a:ext cx="735804" cy="735804"/>
      </dsp:txXfrm>
    </dsp:sp>
    <dsp:sp modelId="{8EB0BD60-2E88-4B77-A90C-4B2B08261855}">
      <dsp:nvSpPr>
        <dsp:cNvPr id="0" name=""/>
        <dsp:cNvSpPr/>
      </dsp:nvSpPr>
      <dsp:spPr>
        <a:xfrm rot="16200000">
          <a:off x="2514128" y="1181410"/>
          <a:ext cx="312887" cy="35068"/>
        </a:xfrm>
        <a:custGeom>
          <a:avLst/>
          <a:gdLst/>
          <a:ahLst/>
          <a:cxnLst/>
          <a:rect l="0" t="0" r="0" b="0"/>
          <a:pathLst>
            <a:path>
              <a:moveTo>
                <a:pt x="0" y="17534"/>
              </a:moveTo>
              <a:lnTo>
                <a:pt x="312887" y="17534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accent3"/>
            </a:solidFill>
            <a:latin typeface="Avenir Next LT Pro Light" panose="020B0304020202020204" pitchFamily="34" charset="0"/>
          </a:endParaRPr>
        </a:p>
      </dsp:txBody>
      <dsp:txXfrm>
        <a:off x="2662750" y="1191122"/>
        <a:ext cx="15644" cy="15644"/>
      </dsp:txXfrm>
    </dsp:sp>
    <dsp:sp modelId="{B9FB30FC-9FA6-4D03-9900-B673FDEF7F7D}">
      <dsp:nvSpPr>
        <dsp:cNvPr id="0" name=""/>
        <dsp:cNvSpPr/>
      </dsp:nvSpPr>
      <dsp:spPr>
        <a:xfrm>
          <a:off x="2150280" y="1916"/>
          <a:ext cx="1040584" cy="10405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accent3"/>
              </a:solidFill>
              <a:latin typeface="Avenir Next LT Pro Light" panose="020B0304020202020204" pitchFamily="34" charset="0"/>
            </a:rPr>
            <a:t>the items purchased</a:t>
          </a:r>
        </a:p>
      </dsp:txBody>
      <dsp:txXfrm>
        <a:off x="2302670" y="154306"/>
        <a:ext cx="735804" cy="735804"/>
      </dsp:txXfrm>
    </dsp:sp>
    <dsp:sp modelId="{15749B16-9280-421B-B6A3-2073AD9F456C}">
      <dsp:nvSpPr>
        <dsp:cNvPr id="0" name=""/>
        <dsp:cNvSpPr/>
      </dsp:nvSpPr>
      <dsp:spPr>
        <a:xfrm>
          <a:off x="3190864" y="1858146"/>
          <a:ext cx="312887" cy="35068"/>
        </a:xfrm>
        <a:custGeom>
          <a:avLst/>
          <a:gdLst/>
          <a:ahLst/>
          <a:cxnLst/>
          <a:rect l="0" t="0" r="0" b="0"/>
          <a:pathLst>
            <a:path>
              <a:moveTo>
                <a:pt x="0" y="17534"/>
              </a:moveTo>
              <a:lnTo>
                <a:pt x="312887" y="17534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accent3"/>
            </a:solidFill>
            <a:latin typeface="Avenir Next LT Pro Light" panose="020B0304020202020204" pitchFamily="34" charset="0"/>
          </a:endParaRPr>
        </a:p>
      </dsp:txBody>
      <dsp:txXfrm>
        <a:off x="3339486" y="1867858"/>
        <a:ext cx="15644" cy="15644"/>
      </dsp:txXfrm>
    </dsp:sp>
    <dsp:sp modelId="{B85369AB-E54D-44B0-A0BF-6AD52B3CAF31}">
      <dsp:nvSpPr>
        <dsp:cNvPr id="0" name=""/>
        <dsp:cNvSpPr/>
      </dsp:nvSpPr>
      <dsp:spPr>
        <a:xfrm>
          <a:off x="3503752" y="1355388"/>
          <a:ext cx="1040584" cy="10405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accent3"/>
              </a:solidFill>
              <a:latin typeface="Avenir Next LT Pro Light" panose="020B0304020202020204" pitchFamily="34" charset="0"/>
            </a:rPr>
            <a:t>Type of discount that applied</a:t>
          </a:r>
        </a:p>
      </dsp:txBody>
      <dsp:txXfrm>
        <a:off x="3656142" y="1507778"/>
        <a:ext cx="735804" cy="735804"/>
      </dsp:txXfrm>
    </dsp:sp>
    <dsp:sp modelId="{01CF3B87-9360-4FE5-B8C4-9714E1CE0037}">
      <dsp:nvSpPr>
        <dsp:cNvPr id="0" name=""/>
        <dsp:cNvSpPr/>
      </dsp:nvSpPr>
      <dsp:spPr>
        <a:xfrm rot="5400000">
          <a:off x="2514128" y="2534882"/>
          <a:ext cx="312887" cy="35068"/>
        </a:xfrm>
        <a:custGeom>
          <a:avLst/>
          <a:gdLst/>
          <a:ahLst/>
          <a:cxnLst/>
          <a:rect l="0" t="0" r="0" b="0"/>
          <a:pathLst>
            <a:path>
              <a:moveTo>
                <a:pt x="0" y="17534"/>
              </a:moveTo>
              <a:lnTo>
                <a:pt x="312887" y="17534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accent3"/>
            </a:solidFill>
            <a:latin typeface="Avenir Next LT Pro Light" panose="020B0304020202020204" pitchFamily="34" charset="0"/>
          </a:endParaRPr>
        </a:p>
      </dsp:txBody>
      <dsp:txXfrm>
        <a:off x="2662750" y="2544594"/>
        <a:ext cx="15644" cy="15644"/>
      </dsp:txXfrm>
    </dsp:sp>
    <dsp:sp modelId="{A5826555-4FD8-4D04-8782-6C671289F8B5}">
      <dsp:nvSpPr>
        <dsp:cNvPr id="0" name=""/>
        <dsp:cNvSpPr/>
      </dsp:nvSpPr>
      <dsp:spPr>
        <a:xfrm>
          <a:off x="2150280" y="2708860"/>
          <a:ext cx="1040584" cy="10405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accent3"/>
              </a:solidFill>
              <a:latin typeface="Avenir Next LT Pro Light" panose="020B0304020202020204" pitchFamily="34" charset="0"/>
            </a:rPr>
            <a:t>the payment method used </a:t>
          </a:r>
        </a:p>
      </dsp:txBody>
      <dsp:txXfrm>
        <a:off x="2302670" y="2861250"/>
        <a:ext cx="735804" cy="735804"/>
      </dsp:txXfrm>
    </dsp:sp>
    <dsp:sp modelId="{A1660EC6-82A9-499C-B66A-D104C63A1988}">
      <dsp:nvSpPr>
        <dsp:cNvPr id="0" name=""/>
        <dsp:cNvSpPr/>
      </dsp:nvSpPr>
      <dsp:spPr>
        <a:xfrm rot="10800000">
          <a:off x="1837392" y="1858146"/>
          <a:ext cx="312887" cy="35068"/>
        </a:xfrm>
        <a:custGeom>
          <a:avLst/>
          <a:gdLst/>
          <a:ahLst/>
          <a:cxnLst/>
          <a:rect l="0" t="0" r="0" b="0"/>
          <a:pathLst>
            <a:path>
              <a:moveTo>
                <a:pt x="0" y="17534"/>
              </a:moveTo>
              <a:lnTo>
                <a:pt x="312887" y="17534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accent3"/>
            </a:solidFill>
            <a:latin typeface="Avenir Next LT Pro Light" panose="020B0304020202020204" pitchFamily="34" charset="0"/>
          </a:endParaRPr>
        </a:p>
      </dsp:txBody>
      <dsp:txXfrm rot="10800000">
        <a:off x="1986014" y="1867858"/>
        <a:ext cx="15644" cy="15644"/>
      </dsp:txXfrm>
    </dsp:sp>
    <dsp:sp modelId="{9D36466D-5EB2-4324-8FA4-CBB06382BA5B}">
      <dsp:nvSpPr>
        <dsp:cNvPr id="0" name=""/>
        <dsp:cNvSpPr/>
      </dsp:nvSpPr>
      <dsp:spPr>
        <a:xfrm>
          <a:off x="796808" y="1355388"/>
          <a:ext cx="1040584" cy="10405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accent3"/>
              </a:solidFill>
              <a:latin typeface="Avenir Next LT Pro Light" panose="020B0304020202020204" pitchFamily="34" charset="0"/>
            </a:rPr>
            <a:t>the time and date of the transaction</a:t>
          </a:r>
        </a:p>
      </dsp:txBody>
      <dsp:txXfrm>
        <a:off x="949198" y="1507778"/>
        <a:ext cx="735804" cy="735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9BCC49-4A81-45E3-B0BA-4506D0CC7A82}" type="datetimeFigureOut">
              <a:rPr lang="es-ES" smtClean="0"/>
              <a:t>14/04/2024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2F922-EF9C-456C-95E6-D96DA79A854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0392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2F922-EF9C-456C-95E6-D96DA79A854E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3811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://bit.ly/2Tynxth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grama de flujo: entrada manual 3">
            <a:extLst>
              <a:ext uri="{FF2B5EF4-FFF2-40B4-BE49-F238E27FC236}">
                <a16:creationId xmlns:a16="http://schemas.microsoft.com/office/drawing/2014/main" id="{C955E95D-F193-9FB5-D8C2-2719327C0F3C}"/>
              </a:ext>
            </a:extLst>
          </p:cNvPr>
          <p:cNvSpPr/>
          <p:nvPr userDrawn="1"/>
        </p:nvSpPr>
        <p:spPr>
          <a:xfrm rot="10800000">
            <a:off x="-7485" y="-2"/>
            <a:ext cx="1456209" cy="4081402"/>
          </a:xfrm>
          <a:prstGeom prst="flowChartManualInpu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Triángulo rectángulo 4">
            <a:extLst>
              <a:ext uri="{FF2B5EF4-FFF2-40B4-BE49-F238E27FC236}">
                <a16:creationId xmlns:a16="http://schemas.microsoft.com/office/drawing/2014/main" id="{C4C21500-4633-3239-F2C2-D3C1CE5F55EE}"/>
              </a:ext>
            </a:extLst>
          </p:cNvPr>
          <p:cNvSpPr/>
          <p:nvPr userDrawn="1"/>
        </p:nvSpPr>
        <p:spPr>
          <a:xfrm rot="16200000">
            <a:off x="6154571" y="2154072"/>
            <a:ext cx="3742497" cy="2236360"/>
          </a:xfrm>
          <a:prstGeom prst="rtTriangle">
            <a:avLst/>
          </a:prstGeom>
          <a:solidFill>
            <a:srgbClr val="424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DED68A35-24B2-4F9F-DF00-C80C6652F298}"/>
              </a:ext>
            </a:extLst>
          </p:cNvPr>
          <p:cNvGrpSpPr/>
          <p:nvPr userDrawn="1"/>
        </p:nvGrpSpPr>
        <p:grpSpPr>
          <a:xfrm>
            <a:off x="5286532" y="3624718"/>
            <a:ext cx="1119057" cy="388741"/>
            <a:chOff x="1933859" y="1098243"/>
            <a:chExt cx="1743090" cy="605519"/>
          </a:xfrm>
          <a:solidFill>
            <a:schemeClr val="accent2"/>
          </a:solidFill>
        </p:grpSpPr>
        <p:sp>
          <p:nvSpPr>
            <p:cNvPr id="7" name="Triángulo isósceles 6">
              <a:extLst>
                <a:ext uri="{FF2B5EF4-FFF2-40B4-BE49-F238E27FC236}">
                  <a16:creationId xmlns:a16="http://schemas.microsoft.com/office/drawing/2014/main" id="{D668BC42-FAAE-F798-B095-1A3409E8AFCF}"/>
                </a:ext>
              </a:extLst>
            </p:cNvPr>
            <p:cNvSpPr/>
            <p:nvPr/>
          </p:nvSpPr>
          <p:spPr>
            <a:xfrm rot="5400000">
              <a:off x="1892099" y="1140003"/>
              <a:ext cx="605519" cy="52199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Triángulo isósceles 7">
              <a:extLst>
                <a:ext uri="{FF2B5EF4-FFF2-40B4-BE49-F238E27FC236}">
                  <a16:creationId xmlns:a16="http://schemas.microsoft.com/office/drawing/2014/main" id="{8A76DFD6-BF94-408A-7456-D2F8A9161672}"/>
                </a:ext>
              </a:extLst>
            </p:cNvPr>
            <p:cNvSpPr/>
            <p:nvPr/>
          </p:nvSpPr>
          <p:spPr>
            <a:xfrm rot="5400000">
              <a:off x="2502545" y="1140003"/>
              <a:ext cx="605519" cy="52199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" name="Triángulo isósceles 8">
              <a:extLst>
                <a:ext uri="{FF2B5EF4-FFF2-40B4-BE49-F238E27FC236}">
                  <a16:creationId xmlns:a16="http://schemas.microsoft.com/office/drawing/2014/main" id="{0B8DF58E-294F-51FA-276F-C0E99DCB9F6A}"/>
                </a:ext>
              </a:extLst>
            </p:cNvPr>
            <p:cNvSpPr/>
            <p:nvPr/>
          </p:nvSpPr>
          <p:spPr>
            <a:xfrm rot="5400000">
              <a:off x="3113190" y="1140003"/>
              <a:ext cx="605519" cy="52199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339988"/>
            <a:ext cx="6858000" cy="1484211"/>
          </a:xfrm>
        </p:spPr>
        <p:txBody>
          <a:bodyPr anchor="b">
            <a:no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202636"/>
            <a:ext cx="6858000" cy="35138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23002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áfico 8">
            <a:extLst>
              <a:ext uri="{FF2B5EF4-FFF2-40B4-BE49-F238E27FC236}">
                <a16:creationId xmlns:a16="http://schemas.microsoft.com/office/drawing/2014/main" id="{68729362-B699-5D47-E148-7CD3500072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4693" y="3356646"/>
            <a:ext cx="1323295" cy="1360274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531894BA-BA80-C526-F82D-F179680EDE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3129" y="957392"/>
            <a:ext cx="1694690" cy="1742047"/>
          </a:xfrm>
          <a:prstGeom prst="rect">
            <a:avLst/>
          </a:prstGeom>
        </p:spPr>
      </p:pic>
      <p:sp>
        <p:nvSpPr>
          <p:cNvPr id="11" name="Triángulo rectángulo 10">
            <a:extLst>
              <a:ext uri="{FF2B5EF4-FFF2-40B4-BE49-F238E27FC236}">
                <a16:creationId xmlns:a16="http://schemas.microsoft.com/office/drawing/2014/main" id="{5A9E743F-613B-5FA4-C8CD-ABFCDADB9D20}"/>
              </a:ext>
            </a:extLst>
          </p:cNvPr>
          <p:cNvSpPr/>
          <p:nvPr userDrawn="1"/>
        </p:nvSpPr>
        <p:spPr>
          <a:xfrm rot="5400000">
            <a:off x="-755426" y="761611"/>
            <a:ext cx="3742497" cy="2236360"/>
          </a:xfrm>
          <a:prstGeom prst="rtTriangle">
            <a:avLst/>
          </a:prstGeom>
          <a:solidFill>
            <a:srgbClr val="424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Diagrama de flujo: entrada manual 11">
            <a:extLst>
              <a:ext uri="{FF2B5EF4-FFF2-40B4-BE49-F238E27FC236}">
                <a16:creationId xmlns:a16="http://schemas.microsoft.com/office/drawing/2014/main" id="{C771E3D8-D68C-18CA-B5F0-9EA2CE7741D0}"/>
              </a:ext>
            </a:extLst>
          </p:cNvPr>
          <p:cNvSpPr/>
          <p:nvPr userDrawn="1"/>
        </p:nvSpPr>
        <p:spPr>
          <a:xfrm rot="10800000" flipH="1" flipV="1">
            <a:off x="7263015" y="1062098"/>
            <a:ext cx="1880985" cy="4081402"/>
          </a:xfrm>
          <a:prstGeom prst="flowChartManualInpu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1956201"/>
            <a:ext cx="7696200" cy="1671744"/>
          </a:xfrm>
        </p:spPr>
        <p:txBody>
          <a:bodyPr anchor="b">
            <a:noAutofit/>
          </a:bodyPr>
          <a:lstStyle>
            <a:lvl1pPr algn="ctr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3839" y="3636975"/>
            <a:ext cx="2626320" cy="519209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FEA4E8-678D-4279-BA7C-4E624B9ABEB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822605" y="772522"/>
            <a:ext cx="1498790" cy="982154"/>
          </a:xfrm>
        </p:spPr>
        <p:txBody>
          <a:bodyPr>
            <a:noAutofit/>
          </a:bodyPr>
          <a:lstStyle>
            <a:lvl1pPr marL="0" indent="0" algn="ctr">
              <a:buNone/>
              <a:defRPr sz="720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5391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ángulo rectángulo 6">
            <a:extLst>
              <a:ext uri="{FF2B5EF4-FFF2-40B4-BE49-F238E27FC236}">
                <a16:creationId xmlns:a16="http://schemas.microsoft.com/office/drawing/2014/main" id="{EA3A1F08-C75A-E91E-33B9-C5AABFF22851}"/>
              </a:ext>
            </a:extLst>
          </p:cNvPr>
          <p:cNvSpPr/>
          <p:nvPr userDrawn="1"/>
        </p:nvSpPr>
        <p:spPr>
          <a:xfrm rot="16200000">
            <a:off x="6369459" y="2368960"/>
            <a:ext cx="2002097" cy="3546984"/>
          </a:xfrm>
          <a:prstGeom prst="rtTriangle">
            <a:avLst/>
          </a:prstGeom>
          <a:solidFill>
            <a:srgbClr val="424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D781046C-4BDB-EB08-6E71-CB72F5FBB9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8383" y="3394301"/>
            <a:ext cx="1455625" cy="1496301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D4CCCA93-67C9-5993-6425-8CEC67A2C5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0769" y="491778"/>
            <a:ext cx="1825197" cy="18762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0"/>
            <a:r>
              <a:rPr lang="en-US" dirty="0"/>
              <a:t>Third level</a:t>
            </a:r>
          </a:p>
          <a:p>
            <a:pPr lvl="0"/>
            <a:r>
              <a:rPr lang="en-US" dirty="0"/>
              <a:t>Fourth level</a:t>
            </a:r>
          </a:p>
          <a:p>
            <a:pPr lvl="0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595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áfico 15">
            <a:extLst>
              <a:ext uri="{FF2B5EF4-FFF2-40B4-BE49-F238E27FC236}">
                <a16:creationId xmlns:a16="http://schemas.microsoft.com/office/drawing/2014/main" id="{9BF5A752-D16D-6629-1180-FEDADFB7FD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031" y="2996729"/>
            <a:ext cx="1323295" cy="1360274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746A655B-FAE7-8736-5755-FAEC3478C3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4234" y="610861"/>
            <a:ext cx="1694690" cy="1742047"/>
          </a:xfrm>
          <a:prstGeom prst="rect">
            <a:avLst/>
          </a:prstGeom>
        </p:spPr>
      </p:pic>
      <p:sp>
        <p:nvSpPr>
          <p:cNvPr id="18" name="Diagrama de flujo: entrada manual 17">
            <a:extLst>
              <a:ext uri="{FF2B5EF4-FFF2-40B4-BE49-F238E27FC236}">
                <a16:creationId xmlns:a16="http://schemas.microsoft.com/office/drawing/2014/main" id="{0C160CA8-10F2-F4CD-9D97-8A59908DC224}"/>
              </a:ext>
            </a:extLst>
          </p:cNvPr>
          <p:cNvSpPr/>
          <p:nvPr userDrawn="1"/>
        </p:nvSpPr>
        <p:spPr>
          <a:xfrm rot="16200000" flipH="1">
            <a:off x="5201116" y="1200109"/>
            <a:ext cx="1189350" cy="6694629"/>
          </a:xfrm>
          <a:prstGeom prst="flowChartManualInpu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64514" y="2823700"/>
            <a:ext cx="2771770" cy="987021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algn="ctr">
              <a:defRPr sz="1400">
                <a:solidFill>
                  <a:schemeClr val="tx2"/>
                </a:solidFill>
              </a:defRPr>
            </a:lvl2pPr>
            <a:lvl3pPr algn="ctr">
              <a:defRPr sz="1400">
                <a:solidFill>
                  <a:schemeClr val="tx2"/>
                </a:solidFill>
              </a:defRPr>
            </a:lvl3pPr>
            <a:lvl4pPr algn="ctr">
              <a:defRPr sz="1400">
                <a:solidFill>
                  <a:schemeClr val="tx2"/>
                </a:solidFill>
              </a:defRPr>
            </a:lvl4pPr>
            <a:lvl5pPr algn="ctr"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95741" y="2826453"/>
            <a:ext cx="2771770" cy="98702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algn="ctr">
              <a:defRPr sz="1400">
                <a:solidFill>
                  <a:schemeClr val="tx2"/>
                </a:solidFill>
              </a:defRPr>
            </a:lvl2pPr>
            <a:lvl3pPr algn="ctr">
              <a:defRPr sz="1400">
                <a:solidFill>
                  <a:schemeClr val="tx2"/>
                </a:solidFill>
              </a:defRPr>
            </a:lvl3pPr>
            <a:lvl4pPr algn="ctr">
              <a:defRPr sz="1400">
                <a:solidFill>
                  <a:schemeClr val="tx2"/>
                </a:solidFill>
              </a:defRPr>
            </a:lvl4pPr>
            <a:lvl5pPr algn="ctr"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47D2E8C-1B66-4B58-9E61-419F96DF9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57D406E-515A-4F43-9A01-A05A4C6D1924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162828" y="2357514"/>
            <a:ext cx="2785432" cy="405959"/>
          </a:xfrm>
        </p:spPr>
        <p:txBody>
          <a:bodyPr>
            <a:noAutofit/>
          </a:bodyPr>
          <a:lstStyle>
            <a:lvl1pPr marL="0" indent="0" algn="ctr">
              <a:buNone/>
              <a:defRPr sz="250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5C9BD97-A085-490E-8875-69685121698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5195741" y="2357514"/>
            <a:ext cx="2783745" cy="405959"/>
          </a:xfrm>
        </p:spPr>
        <p:txBody>
          <a:bodyPr>
            <a:noAutofit/>
          </a:bodyPr>
          <a:lstStyle>
            <a:lvl1pPr marL="0" indent="0" algn="ctr">
              <a:buNone/>
              <a:defRPr sz="250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2294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0547CF66-1F17-D304-29E2-CB600AFDEC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4181" y="724882"/>
            <a:ext cx="1455625" cy="1496301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55DF8750-8AEB-2D27-3C57-F33CF87BA0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7997" y="2941119"/>
            <a:ext cx="1825197" cy="1876201"/>
          </a:xfrm>
          <a:prstGeom prst="rect">
            <a:avLst/>
          </a:prstGeom>
        </p:spPr>
      </p:pic>
      <p:sp>
        <p:nvSpPr>
          <p:cNvPr id="5" name="Triángulo rectángulo 4">
            <a:extLst>
              <a:ext uri="{FF2B5EF4-FFF2-40B4-BE49-F238E27FC236}">
                <a16:creationId xmlns:a16="http://schemas.microsoft.com/office/drawing/2014/main" id="{F8A48AFF-BD94-B02C-9B61-22EA6B5CB9E9}"/>
              </a:ext>
            </a:extLst>
          </p:cNvPr>
          <p:cNvSpPr/>
          <p:nvPr userDrawn="1"/>
        </p:nvSpPr>
        <p:spPr>
          <a:xfrm rot="5400000">
            <a:off x="-753677" y="753068"/>
            <a:ext cx="3742497" cy="2236360"/>
          </a:xfrm>
          <a:prstGeom prst="rtTriangle">
            <a:avLst/>
          </a:prstGeom>
          <a:solidFill>
            <a:srgbClr val="424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Diagrama de flujo: entrada manual 5">
            <a:extLst>
              <a:ext uri="{FF2B5EF4-FFF2-40B4-BE49-F238E27FC236}">
                <a16:creationId xmlns:a16="http://schemas.microsoft.com/office/drawing/2014/main" id="{9FACA55F-025F-2BD6-3C60-18862CD49A93}"/>
              </a:ext>
            </a:extLst>
          </p:cNvPr>
          <p:cNvSpPr/>
          <p:nvPr userDrawn="1"/>
        </p:nvSpPr>
        <p:spPr>
          <a:xfrm rot="10800000" flipH="1">
            <a:off x="7952450" y="-6148"/>
            <a:ext cx="1189350" cy="4763113"/>
          </a:xfrm>
          <a:prstGeom prst="flowChartManualInpu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6818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agrama de flujo: entrada manual 2">
            <a:extLst>
              <a:ext uri="{FF2B5EF4-FFF2-40B4-BE49-F238E27FC236}">
                <a16:creationId xmlns:a16="http://schemas.microsoft.com/office/drawing/2014/main" id="{C4F8832E-74FC-1C95-8A87-7999085512D8}"/>
              </a:ext>
            </a:extLst>
          </p:cNvPr>
          <p:cNvSpPr/>
          <p:nvPr userDrawn="1"/>
        </p:nvSpPr>
        <p:spPr>
          <a:xfrm rot="5400000">
            <a:off x="2745019" y="1208136"/>
            <a:ext cx="1189350" cy="6694629"/>
          </a:xfrm>
          <a:prstGeom prst="flowChartManualInpu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474F8D14-AB8E-5999-B1CC-F1E3BF2242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1233" y="3061903"/>
            <a:ext cx="1323295" cy="1360274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1C47FFB1-D4A6-C3B6-E0D3-DD484DF81A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225" y="731000"/>
            <a:ext cx="1694690" cy="1742047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6D3423FD-5401-4143-EA10-4D650AA6436C}"/>
              </a:ext>
            </a:extLst>
          </p:cNvPr>
          <p:cNvGrpSpPr/>
          <p:nvPr userDrawn="1"/>
        </p:nvGrpSpPr>
        <p:grpSpPr>
          <a:xfrm>
            <a:off x="7369242" y="1249751"/>
            <a:ext cx="1520148" cy="528073"/>
            <a:chOff x="1933859" y="1098243"/>
            <a:chExt cx="1743090" cy="605519"/>
          </a:xfrm>
          <a:solidFill>
            <a:schemeClr val="accent2"/>
          </a:solidFill>
        </p:grpSpPr>
        <p:sp>
          <p:nvSpPr>
            <p:cNvPr id="7" name="Triángulo isósceles 6">
              <a:extLst>
                <a:ext uri="{FF2B5EF4-FFF2-40B4-BE49-F238E27FC236}">
                  <a16:creationId xmlns:a16="http://schemas.microsoft.com/office/drawing/2014/main" id="{322419D1-D3FA-47A3-3DE9-90DA22F4ADA9}"/>
                </a:ext>
              </a:extLst>
            </p:cNvPr>
            <p:cNvSpPr/>
            <p:nvPr/>
          </p:nvSpPr>
          <p:spPr>
            <a:xfrm rot="5400000">
              <a:off x="1892099" y="1140003"/>
              <a:ext cx="605519" cy="52199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Triángulo isósceles 7">
              <a:extLst>
                <a:ext uri="{FF2B5EF4-FFF2-40B4-BE49-F238E27FC236}">
                  <a16:creationId xmlns:a16="http://schemas.microsoft.com/office/drawing/2014/main" id="{E7648C0E-26D9-43E3-31C5-4B68690F3D76}"/>
                </a:ext>
              </a:extLst>
            </p:cNvPr>
            <p:cNvSpPr/>
            <p:nvPr/>
          </p:nvSpPr>
          <p:spPr>
            <a:xfrm rot="5400000">
              <a:off x="2502545" y="1140003"/>
              <a:ext cx="605519" cy="52199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" name="Triángulo isósceles 8">
              <a:extLst>
                <a:ext uri="{FF2B5EF4-FFF2-40B4-BE49-F238E27FC236}">
                  <a16:creationId xmlns:a16="http://schemas.microsoft.com/office/drawing/2014/main" id="{DE50CF0C-2E9B-19CA-AF3C-0B5B08077747}"/>
                </a:ext>
              </a:extLst>
            </p:cNvPr>
            <p:cNvSpPr/>
            <p:nvPr/>
          </p:nvSpPr>
          <p:spPr>
            <a:xfrm rot="5400000">
              <a:off x="3113190" y="1140003"/>
              <a:ext cx="605519" cy="52199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4873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0A031AF-35D0-7BBF-08A2-46DD9CE8F2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490" y="674943"/>
            <a:ext cx="1694690" cy="1742047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CABF5830-5F28-F6C2-531C-918FA44E2B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2703" y="2276294"/>
            <a:ext cx="1455625" cy="1496301"/>
          </a:xfrm>
          <a:prstGeom prst="rect">
            <a:avLst/>
          </a:prstGeom>
        </p:spPr>
      </p:pic>
      <p:sp>
        <p:nvSpPr>
          <p:cNvPr id="5" name="Triángulo rectángulo 4">
            <a:extLst>
              <a:ext uri="{FF2B5EF4-FFF2-40B4-BE49-F238E27FC236}">
                <a16:creationId xmlns:a16="http://schemas.microsoft.com/office/drawing/2014/main" id="{E51B6384-84AD-DBB6-086F-FA1047ABBA13}"/>
              </a:ext>
            </a:extLst>
          </p:cNvPr>
          <p:cNvSpPr/>
          <p:nvPr userDrawn="1"/>
        </p:nvSpPr>
        <p:spPr>
          <a:xfrm rot="16200000" flipH="1">
            <a:off x="6159500" y="753070"/>
            <a:ext cx="3742497" cy="2236360"/>
          </a:xfrm>
          <a:prstGeom prst="rtTriangle">
            <a:avLst/>
          </a:prstGeom>
          <a:solidFill>
            <a:srgbClr val="424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9845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CBA71995-9425-BA86-679E-456629B2C9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1187" y="3455277"/>
            <a:ext cx="1455625" cy="1496301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F26885B0-C992-8E93-40D0-F817B6DC82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1775" y="370843"/>
            <a:ext cx="1825197" cy="1876201"/>
          </a:xfrm>
          <a:prstGeom prst="rect">
            <a:avLst/>
          </a:prstGeom>
        </p:spPr>
      </p:pic>
      <p:sp>
        <p:nvSpPr>
          <p:cNvPr id="5" name="Triángulo rectángulo 4">
            <a:extLst>
              <a:ext uri="{FF2B5EF4-FFF2-40B4-BE49-F238E27FC236}">
                <a16:creationId xmlns:a16="http://schemas.microsoft.com/office/drawing/2014/main" id="{5F2827D7-910F-B101-887A-9D3B66F65A06}"/>
              </a:ext>
            </a:extLst>
          </p:cNvPr>
          <p:cNvSpPr/>
          <p:nvPr userDrawn="1"/>
        </p:nvSpPr>
        <p:spPr>
          <a:xfrm rot="5400000">
            <a:off x="-753677" y="753068"/>
            <a:ext cx="3742497" cy="2236360"/>
          </a:xfrm>
          <a:prstGeom prst="rtTriangle">
            <a:avLst/>
          </a:prstGeom>
          <a:solidFill>
            <a:srgbClr val="424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1A5F46E4-7EED-CD3C-B18F-563D6EF37451}"/>
              </a:ext>
            </a:extLst>
          </p:cNvPr>
          <p:cNvGrpSpPr/>
          <p:nvPr userDrawn="1"/>
        </p:nvGrpSpPr>
        <p:grpSpPr>
          <a:xfrm>
            <a:off x="5104024" y="4330530"/>
            <a:ext cx="1520148" cy="528073"/>
            <a:chOff x="1933859" y="1098243"/>
            <a:chExt cx="1743090" cy="605519"/>
          </a:xfrm>
          <a:solidFill>
            <a:schemeClr val="accent2"/>
          </a:solidFill>
        </p:grpSpPr>
        <p:sp>
          <p:nvSpPr>
            <p:cNvPr id="7" name="Triángulo isósceles 6">
              <a:extLst>
                <a:ext uri="{FF2B5EF4-FFF2-40B4-BE49-F238E27FC236}">
                  <a16:creationId xmlns:a16="http://schemas.microsoft.com/office/drawing/2014/main" id="{560FBCF9-08C1-3CD6-0C44-B20884483060}"/>
                </a:ext>
              </a:extLst>
            </p:cNvPr>
            <p:cNvSpPr/>
            <p:nvPr/>
          </p:nvSpPr>
          <p:spPr>
            <a:xfrm rot="5400000">
              <a:off x="1892099" y="1140003"/>
              <a:ext cx="605519" cy="52199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Triángulo isósceles 7">
              <a:extLst>
                <a:ext uri="{FF2B5EF4-FFF2-40B4-BE49-F238E27FC236}">
                  <a16:creationId xmlns:a16="http://schemas.microsoft.com/office/drawing/2014/main" id="{5FB7D936-C4E4-1284-C5B4-4DBB16F887FD}"/>
                </a:ext>
              </a:extLst>
            </p:cNvPr>
            <p:cNvSpPr/>
            <p:nvPr/>
          </p:nvSpPr>
          <p:spPr>
            <a:xfrm rot="5400000">
              <a:off x="2502545" y="1140003"/>
              <a:ext cx="605519" cy="52199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" name="Triángulo isósceles 8">
              <a:extLst>
                <a:ext uri="{FF2B5EF4-FFF2-40B4-BE49-F238E27FC236}">
                  <a16:creationId xmlns:a16="http://schemas.microsoft.com/office/drawing/2014/main" id="{A5CF1193-F5A8-B98D-2513-9F86D6241A23}"/>
                </a:ext>
              </a:extLst>
            </p:cNvPr>
            <p:cNvSpPr/>
            <p:nvPr/>
          </p:nvSpPr>
          <p:spPr>
            <a:xfrm rot="5400000">
              <a:off x="3113190" y="1140003"/>
              <a:ext cx="605519" cy="52199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13318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CF9E4D11-1A09-237B-16E0-EE6EAAE4B9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2290" y="1253945"/>
            <a:ext cx="1455625" cy="1496301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17AA82C8-39D3-ABAD-193A-08B83DF8C4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239" y="2889383"/>
            <a:ext cx="1825197" cy="1876201"/>
          </a:xfrm>
          <a:prstGeom prst="rect">
            <a:avLst/>
          </a:prstGeom>
        </p:spPr>
      </p:pic>
      <p:sp>
        <p:nvSpPr>
          <p:cNvPr id="5" name="Triángulo rectángulo 4">
            <a:extLst>
              <a:ext uri="{FF2B5EF4-FFF2-40B4-BE49-F238E27FC236}">
                <a16:creationId xmlns:a16="http://schemas.microsoft.com/office/drawing/2014/main" id="{23C950D6-580A-84A6-0744-257DF52AEB1C}"/>
              </a:ext>
            </a:extLst>
          </p:cNvPr>
          <p:cNvSpPr/>
          <p:nvPr userDrawn="1"/>
        </p:nvSpPr>
        <p:spPr>
          <a:xfrm rot="16200000">
            <a:off x="6369459" y="2368960"/>
            <a:ext cx="2002097" cy="3546984"/>
          </a:xfrm>
          <a:prstGeom prst="rtTriangle">
            <a:avLst/>
          </a:prstGeom>
          <a:solidFill>
            <a:srgbClr val="424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Triángulo rectángulo 5">
            <a:extLst>
              <a:ext uri="{FF2B5EF4-FFF2-40B4-BE49-F238E27FC236}">
                <a16:creationId xmlns:a16="http://schemas.microsoft.com/office/drawing/2014/main" id="{9E1623BD-EDAD-7DFD-4F82-698FA31C30D5}"/>
              </a:ext>
            </a:extLst>
          </p:cNvPr>
          <p:cNvSpPr/>
          <p:nvPr userDrawn="1"/>
        </p:nvSpPr>
        <p:spPr>
          <a:xfrm rot="5400000">
            <a:off x="772443" y="-772445"/>
            <a:ext cx="2002097" cy="3546984"/>
          </a:xfrm>
          <a:prstGeom prst="rtTriangle">
            <a:avLst/>
          </a:prstGeom>
          <a:solidFill>
            <a:srgbClr val="424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6162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áfico 8">
            <a:extLst>
              <a:ext uri="{FF2B5EF4-FFF2-40B4-BE49-F238E27FC236}">
                <a16:creationId xmlns:a16="http://schemas.microsoft.com/office/drawing/2014/main" id="{4CBCF9EC-E00D-4C00-E79E-F3F48FE460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160" y="3210907"/>
            <a:ext cx="1323295" cy="1360274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C9AC2399-B95D-3099-CAD4-61AF349B83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2216" y="340671"/>
            <a:ext cx="1694690" cy="1742047"/>
          </a:xfrm>
          <a:prstGeom prst="rect">
            <a:avLst/>
          </a:prstGeom>
        </p:spPr>
      </p:pic>
      <p:sp>
        <p:nvSpPr>
          <p:cNvPr id="12" name="Triángulo rectángulo 11">
            <a:extLst>
              <a:ext uri="{FF2B5EF4-FFF2-40B4-BE49-F238E27FC236}">
                <a16:creationId xmlns:a16="http://schemas.microsoft.com/office/drawing/2014/main" id="{E17D6635-2B40-1A57-5541-34CC6A99D21D}"/>
              </a:ext>
            </a:extLst>
          </p:cNvPr>
          <p:cNvSpPr/>
          <p:nvPr userDrawn="1"/>
        </p:nvSpPr>
        <p:spPr>
          <a:xfrm rot="16200000" flipH="1">
            <a:off x="6159500" y="753070"/>
            <a:ext cx="3742497" cy="2236360"/>
          </a:xfrm>
          <a:prstGeom prst="rtTriangle">
            <a:avLst/>
          </a:prstGeom>
          <a:solidFill>
            <a:srgbClr val="424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9E56E9C2-8AE0-BD01-72E7-6DFAE34AD166}"/>
              </a:ext>
            </a:extLst>
          </p:cNvPr>
          <p:cNvGrpSpPr/>
          <p:nvPr userDrawn="1"/>
        </p:nvGrpSpPr>
        <p:grpSpPr>
          <a:xfrm>
            <a:off x="2624282" y="4014135"/>
            <a:ext cx="1520148" cy="528073"/>
            <a:chOff x="1933859" y="1098243"/>
            <a:chExt cx="1743090" cy="605519"/>
          </a:xfrm>
          <a:solidFill>
            <a:schemeClr val="accent2"/>
          </a:solidFill>
        </p:grpSpPr>
        <p:sp>
          <p:nvSpPr>
            <p:cNvPr id="14" name="Triángulo isósceles 13">
              <a:extLst>
                <a:ext uri="{FF2B5EF4-FFF2-40B4-BE49-F238E27FC236}">
                  <a16:creationId xmlns:a16="http://schemas.microsoft.com/office/drawing/2014/main" id="{6104CB0F-D154-CD53-969C-9153CE2E00A1}"/>
                </a:ext>
              </a:extLst>
            </p:cNvPr>
            <p:cNvSpPr/>
            <p:nvPr/>
          </p:nvSpPr>
          <p:spPr>
            <a:xfrm rot="5400000">
              <a:off x="1892099" y="1140003"/>
              <a:ext cx="605519" cy="52199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Triángulo isósceles 14">
              <a:extLst>
                <a:ext uri="{FF2B5EF4-FFF2-40B4-BE49-F238E27FC236}">
                  <a16:creationId xmlns:a16="http://schemas.microsoft.com/office/drawing/2014/main" id="{2736DE3D-24F2-1358-BFC1-38E78B4C9FF2}"/>
                </a:ext>
              </a:extLst>
            </p:cNvPr>
            <p:cNvSpPr/>
            <p:nvPr/>
          </p:nvSpPr>
          <p:spPr>
            <a:xfrm rot="5400000">
              <a:off x="2502545" y="1140003"/>
              <a:ext cx="605519" cy="52199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Triángulo isósceles 15">
              <a:extLst>
                <a:ext uri="{FF2B5EF4-FFF2-40B4-BE49-F238E27FC236}">
                  <a16:creationId xmlns:a16="http://schemas.microsoft.com/office/drawing/2014/main" id="{F093049A-8EBD-2EA3-BCE6-73287F579506}"/>
                </a:ext>
              </a:extLst>
            </p:cNvPr>
            <p:cNvSpPr/>
            <p:nvPr/>
          </p:nvSpPr>
          <p:spPr>
            <a:xfrm rot="5400000">
              <a:off x="3113190" y="1140003"/>
              <a:ext cx="605519" cy="52199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8F7DF3-02F3-41BF-A060-159BA21B5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30662" y="2328900"/>
            <a:ext cx="3989438" cy="203040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58967345-DB07-428F-8914-C3F421A8A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0661" y="1072529"/>
            <a:ext cx="3989438" cy="108073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7460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809043F-2CB1-4697-ADC0-1A4B5CEE0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43260"/>
            <a:ext cx="7886700" cy="26569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4782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55245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175260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5800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áfico 8">
            <a:extLst>
              <a:ext uri="{FF2B5EF4-FFF2-40B4-BE49-F238E27FC236}">
                <a16:creationId xmlns:a16="http://schemas.microsoft.com/office/drawing/2014/main" id="{85D4F7D6-2D62-5C91-4BE2-20A3981414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8455" y="3342075"/>
            <a:ext cx="1455625" cy="1496301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DCDEB1BE-BDAE-2C28-4C67-78415CEAEE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1390" y="247758"/>
            <a:ext cx="1825197" cy="1876201"/>
          </a:xfrm>
          <a:prstGeom prst="rect">
            <a:avLst/>
          </a:prstGeom>
        </p:spPr>
      </p:pic>
      <p:sp>
        <p:nvSpPr>
          <p:cNvPr id="11" name="Diagrama de flujo: entrada manual 10">
            <a:extLst>
              <a:ext uri="{FF2B5EF4-FFF2-40B4-BE49-F238E27FC236}">
                <a16:creationId xmlns:a16="http://schemas.microsoft.com/office/drawing/2014/main" id="{F073C159-80E3-807F-7858-307DEFE8EB48}"/>
              </a:ext>
            </a:extLst>
          </p:cNvPr>
          <p:cNvSpPr/>
          <p:nvPr userDrawn="1"/>
        </p:nvSpPr>
        <p:spPr>
          <a:xfrm rot="10800000">
            <a:off x="-7485" y="-7622"/>
            <a:ext cx="1456209" cy="4081402"/>
          </a:xfrm>
          <a:prstGeom prst="flowChartManualInpu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riángulo rectángulo 11">
            <a:extLst>
              <a:ext uri="{FF2B5EF4-FFF2-40B4-BE49-F238E27FC236}">
                <a16:creationId xmlns:a16="http://schemas.microsoft.com/office/drawing/2014/main" id="{4F905F12-96B6-6FDC-A6D3-DE5FFD521703}"/>
              </a:ext>
            </a:extLst>
          </p:cNvPr>
          <p:cNvSpPr/>
          <p:nvPr userDrawn="1"/>
        </p:nvSpPr>
        <p:spPr>
          <a:xfrm rot="16200000">
            <a:off x="6154571" y="2154072"/>
            <a:ext cx="3742497" cy="2236360"/>
          </a:xfrm>
          <a:prstGeom prst="rtTriangle">
            <a:avLst/>
          </a:prstGeom>
          <a:solidFill>
            <a:srgbClr val="424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337" y="973393"/>
            <a:ext cx="3267389" cy="196415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5849" y="3096061"/>
            <a:ext cx="3267390" cy="112134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4375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138118C-7525-42C5-83E9-649111189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1243260"/>
            <a:ext cx="7696200" cy="265698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148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76313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áfico 26">
            <a:extLst>
              <a:ext uri="{FF2B5EF4-FFF2-40B4-BE49-F238E27FC236}">
                <a16:creationId xmlns:a16="http://schemas.microsoft.com/office/drawing/2014/main" id="{BA66AD1E-A668-2622-3C42-B1834909D6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8479" y="1887384"/>
            <a:ext cx="1455625" cy="1496301"/>
          </a:xfrm>
          <a:prstGeom prst="rect">
            <a:avLst/>
          </a:prstGeom>
        </p:spPr>
      </p:pic>
      <p:pic>
        <p:nvPicPr>
          <p:cNvPr id="28" name="Gráfico 27">
            <a:extLst>
              <a:ext uri="{FF2B5EF4-FFF2-40B4-BE49-F238E27FC236}">
                <a16:creationId xmlns:a16="http://schemas.microsoft.com/office/drawing/2014/main" id="{63A43F33-70C2-2527-2367-ED55848D2A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8366" y="426435"/>
            <a:ext cx="1825197" cy="1876201"/>
          </a:xfrm>
          <a:prstGeom prst="rect">
            <a:avLst/>
          </a:prstGeom>
        </p:spPr>
      </p:pic>
      <p:sp>
        <p:nvSpPr>
          <p:cNvPr id="29" name="Diagrama de flujo: entrada manual 28">
            <a:extLst>
              <a:ext uri="{FF2B5EF4-FFF2-40B4-BE49-F238E27FC236}">
                <a16:creationId xmlns:a16="http://schemas.microsoft.com/office/drawing/2014/main" id="{5B0FB071-A331-7A3F-B205-0BDA8D3F7935}"/>
              </a:ext>
            </a:extLst>
          </p:cNvPr>
          <p:cNvSpPr/>
          <p:nvPr userDrawn="1"/>
        </p:nvSpPr>
        <p:spPr>
          <a:xfrm rot="5400000">
            <a:off x="2197203" y="1585089"/>
            <a:ext cx="1366681" cy="5761090"/>
          </a:xfrm>
          <a:prstGeom prst="flowChartManualInpu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23207F-3A99-479A-8D98-54FCC6B21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3EFF7-90E2-431F-8E31-BA0CE4C55B2F}" type="datetimeFigureOut">
              <a:rPr lang="en-US" smtClean="0"/>
              <a:t>4/14/2024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ABC894-7C47-47FE-979B-D1600C3FA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F3D13E-9C06-4F32-B4E5-20DCCDD93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CEFFA-EA14-4325-A0F4-7973582784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E1A90284-BB8E-44FF-BAF3-4210A062EB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900" y="552450"/>
            <a:ext cx="7696200" cy="71556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4EB6436-7B2F-4CF4-A7B3-637707BBD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8441" y="2111465"/>
            <a:ext cx="2269875" cy="428265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B9F2CB4-854C-4A2D-8E5A-AE2CAEDF36C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878441" y="1691487"/>
            <a:ext cx="2550242" cy="392482"/>
          </a:xfrm>
        </p:spPr>
        <p:txBody>
          <a:bodyPr>
            <a:noAutofit/>
          </a:bodyPr>
          <a:lstStyle>
            <a:lvl1pPr marL="0" indent="0" algn="l">
              <a:buNone/>
              <a:defRPr sz="250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2445460-6BB8-4584-BBAD-2A746E4E886E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88965" y="1571402"/>
            <a:ext cx="889474" cy="637443"/>
          </a:xfrm>
        </p:spPr>
        <p:txBody>
          <a:bodyPr>
            <a:noAutofit/>
          </a:bodyPr>
          <a:lstStyle>
            <a:lvl1pPr marL="0" indent="0" algn="ctr">
              <a:buNone/>
              <a:defRPr sz="400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D50625D-D1D2-4BED-A57E-AF2558964A5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650343" y="2111465"/>
            <a:ext cx="2269875" cy="428265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9B24D4A-24D4-4C19-B8E4-B7B34D055A22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5650343" y="1691487"/>
            <a:ext cx="2550242" cy="392482"/>
          </a:xfrm>
        </p:spPr>
        <p:txBody>
          <a:bodyPr>
            <a:noAutofit/>
          </a:bodyPr>
          <a:lstStyle>
            <a:lvl1pPr marL="0" indent="0" algn="l">
              <a:buNone/>
              <a:defRPr sz="250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AF97CD13-C2D8-4DF9-B701-0C88073DB5E7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756761" y="1571402"/>
            <a:ext cx="889474" cy="637444"/>
          </a:xfrm>
        </p:spPr>
        <p:txBody>
          <a:bodyPr>
            <a:noAutofit/>
          </a:bodyPr>
          <a:lstStyle>
            <a:lvl1pPr marL="0" indent="0" algn="ctr">
              <a:buNone/>
              <a:defRPr sz="400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529610B-4413-481B-B9E0-8FEBA647F1CE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5650341" y="3573943"/>
            <a:ext cx="2269875" cy="446954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9E34447-83CD-4552-9429-F4C44AEEADE0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5650341" y="3160835"/>
            <a:ext cx="2550242" cy="392482"/>
          </a:xfrm>
        </p:spPr>
        <p:txBody>
          <a:bodyPr>
            <a:noAutofit/>
          </a:bodyPr>
          <a:lstStyle>
            <a:lvl1pPr marL="0" indent="0" algn="l">
              <a:buNone/>
              <a:defRPr sz="250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D68B7FF-8382-40DA-B2CD-B737321134AF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756759" y="3033875"/>
            <a:ext cx="889474" cy="637444"/>
          </a:xfrm>
        </p:spPr>
        <p:txBody>
          <a:bodyPr>
            <a:noAutofit/>
          </a:bodyPr>
          <a:lstStyle>
            <a:lvl1pPr marL="0" indent="0" algn="ctr">
              <a:buNone/>
              <a:defRPr sz="400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1443ACC-3C2E-43B1-9C41-F1B650BA568E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878441" y="3573943"/>
            <a:ext cx="2269875" cy="446954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307829D-4950-496A-B2D0-D6A3A027FF4A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1878441" y="3160835"/>
            <a:ext cx="2550242" cy="392482"/>
          </a:xfrm>
        </p:spPr>
        <p:txBody>
          <a:bodyPr>
            <a:noAutofit/>
          </a:bodyPr>
          <a:lstStyle>
            <a:lvl1pPr marL="0" indent="0" algn="l">
              <a:buNone/>
              <a:defRPr sz="250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A44834D-2338-486D-8D4E-217E192CEA8D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981027" y="3032693"/>
            <a:ext cx="889474" cy="637443"/>
          </a:xfrm>
        </p:spPr>
        <p:txBody>
          <a:bodyPr>
            <a:noAutofit/>
          </a:bodyPr>
          <a:lstStyle>
            <a:lvl1pPr marL="0" indent="0" algn="ctr">
              <a:buNone/>
              <a:defRPr sz="400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13716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4DDF02E6-E309-B733-362B-30954F7B57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2426" y="3336456"/>
            <a:ext cx="1323295" cy="1360274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87BFD0D8-2E45-7A45-B743-2C39F7D72D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9974" y="603815"/>
            <a:ext cx="1694690" cy="1742047"/>
          </a:xfrm>
          <a:prstGeom prst="rect">
            <a:avLst/>
          </a:prstGeom>
        </p:spPr>
      </p:pic>
      <p:sp>
        <p:nvSpPr>
          <p:cNvPr id="12" name="Google Shape;135;p24">
            <a:extLst>
              <a:ext uri="{FF2B5EF4-FFF2-40B4-BE49-F238E27FC236}">
                <a16:creationId xmlns:a16="http://schemas.microsoft.com/office/drawing/2014/main" id="{CE0AB4B6-FFFD-5405-5CD6-D0E968BF6595}"/>
              </a:ext>
            </a:extLst>
          </p:cNvPr>
          <p:cNvSpPr txBox="1"/>
          <p:nvPr userDrawn="1"/>
        </p:nvSpPr>
        <p:spPr>
          <a:xfrm>
            <a:off x="2212650" y="3767519"/>
            <a:ext cx="4718700" cy="49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tx2"/>
                </a:solidFill>
                <a:latin typeface="+mn-lt"/>
                <a:ea typeface="Anaheim"/>
                <a:cs typeface="Anaheim"/>
                <a:sym typeface="Anaheim"/>
              </a:rPr>
              <a:t>CREDITS</a:t>
            </a:r>
            <a:r>
              <a:rPr lang="en" sz="1000" dirty="0">
                <a:solidFill>
                  <a:schemeClr val="tx2"/>
                </a:solidFill>
                <a:latin typeface="+mn-lt"/>
                <a:ea typeface="Anaheim"/>
                <a:cs typeface="Anaheim"/>
                <a:sym typeface="Anaheim"/>
              </a:rPr>
              <a:t>: This presentation template was created by </a:t>
            </a:r>
            <a:r>
              <a:rPr lang="en" sz="1000" b="1" dirty="0">
                <a:solidFill>
                  <a:schemeClr val="tx2"/>
                </a:solidFill>
                <a:uFill>
                  <a:noFill/>
                </a:uFill>
                <a:latin typeface="+mn-lt"/>
                <a:ea typeface="Anaheim"/>
                <a:cs typeface="Anaheim"/>
                <a:sym typeface="Anahei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dirty="0">
                <a:solidFill>
                  <a:schemeClr val="tx2"/>
                </a:solidFill>
                <a:latin typeface="+mn-lt"/>
                <a:ea typeface="Anaheim"/>
                <a:cs typeface="Anaheim"/>
                <a:sym typeface="Anaheim"/>
              </a:rPr>
              <a:t>, and includes icons by </a:t>
            </a:r>
            <a:r>
              <a:rPr lang="en" sz="1000" b="1" dirty="0">
                <a:solidFill>
                  <a:schemeClr val="tx2"/>
                </a:solidFill>
                <a:uFill>
                  <a:noFill/>
                </a:uFill>
                <a:latin typeface="+mn-lt"/>
                <a:ea typeface="Anaheim"/>
                <a:cs typeface="Anaheim"/>
                <a:sym typeface="Anahei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dirty="0">
                <a:solidFill>
                  <a:schemeClr val="tx2"/>
                </a:solidFill>
                <a:latin typeface="+mn-lt"/>
                <a:ea typeface="Anaheim"/>
                <a:cs typeface="Anaheim"/>
                <a:sym typeface="Anaheim"/>
              </a:rPr>
              <a:t>, and infographics &amp; images by </a:t>
            </a:r>
            <a:r>
              <a:rPr lang="en" sz="1000" b="1" dirty="0">
                <a:solidFill>
                  <a:schemeClr val="tx2"/>
                </a:solidFill>
                <a:uFill>
                  <a:noFill/>
                </a:uFill>
                <a:latin typeface="+mn-lt"/>
                <a:ea typeface="Anaheim"/>
                <a:cs typeface="Anaheim"/>
                <a:sym typeface="Anaheim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dirty="0">
              <a:solidFill>
                <a:schemeClr val="tx2"/>
              </a:solidFill>
              <a:latin typeface="+mn-lt"/>
              <a:ea typeface="Anaheim"/>
              <a:cs typeface="Anaheim"/>
              <a:sym typeface="Anaheim"/>
            </a:endParaRPr>
          </a:p>
        </p:txBody>
      </p:sp>
      <p:sp>
        <p:nvSpPr>
          <p:cNvPr id="13" name="Diagrama de flujo: entrada manual 12">
            <a:extLst>
              <a:ext uri="{FF2B5EF4-FFF2-40B4-BE49-F238E27FC236}">
                <a16:creationId xmlns:a16="http://schemas.microsoft.com/office/drawing/2014/main" id="{86CBBA36-530E-8EB9-9281-2024429F682B}"/>
              </a:ext>
            </a:extLst>
          </p:cNvPr>
          <p:cNvSpPr/>
          <p:nvPr userDrawn="1"/>
        </p:nvSpPr>
        <p:spPr>
          <a:xfrm rot="10800000" flipH="1">
            <a:off x="7688223" y="2703"/>
            <a:ext cx="1456209" cy="4081402"/>
          </a:xfrm>
          <a:prstGeom prst="flowChartManualInpu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Triángulo rectángulo 13">
            <a:extLst>
              <a:ext uri="{FF2B5EF4-FFF2-40B4-BE49-F238E27FC236}">
                <a16:creationId xmlns:a16="http://schemas.microsoft.com/office/drawing/2014/main" id="{7945AB1A-F4CD-E540-09A3-11278F268782}"/>
              </a:ext>
            </a:extLst>
          </p:cNvPr>
          <p:cNvSpPr/>
          <p:nvPr userDrawn="1"/>
        </p:nvSpPr>
        <p:spPr>
          <a:xfrm rot="5400000" flipH="1">
            <a:off x="-752102" y="2154072"/>
            <a:ext cx="3742497" cy="2236360"/>
          </a:xfrm>
          <a:prstGeom prst="rtTriangle">
            <a:avLst/>
          </a:prstGeom>
          <a:solidFill>
            <a:srgbClr val="424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A5C77C-9605-4FAE-AC0A-22A7D3427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9423" y="552451"/>
            <a:ext cx="5665154" cy="912327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E841DF3-0C34-48E1-B17F-1B859283C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94985" y="1628483"/>
            <a:ext cx="3354030" cy="1358063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5019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3900" y="552450"/>
            <a:ext cx="7696200" cy="715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3900" y="1369219"/>
            <a:ext cx="7696200" cy="3221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900" y="4767263"/>
            <a:ext cx="1962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3EFF7-90E2-431F-8E31-BA0CE4C55B2F}" type="datetimeFigureOut">
              <a:rPr lang="en-US" smtClean="0"/>
              <a:t>4/14/2024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1962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CEFFA-EA14-4325-A0F4-7973582784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48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6" r:id="rId2"/>
    <p:sldLayoutId id="2147483665" r:id="rId3"/>
    <p:sldLayoutId id="2147483667" r:id="rId4"/>
    <p:sldLayoutId id="2147483669" r:id="rId5"/>
    <p:sldLayoutId id="2147483679" r:id="rId6"/>
    <p:sldLayoutId id="2147483680" r:id="rId7"/>
    <p:sldLayoutId id="2147483681" r:id="rId8"/>
    <p:sldLayoutId id="2147483682" r:id="rId9"/>
    <p:sldLayoutId id="2147483676" r:id="rId10"/>
    <p:sldLayoutId id="2147483658" r:id="rId11"/>
    <p:sldLayoutId id="2147483671" r:id="rId12"/>
    <p:sldLayoutId id="2147483672" r:id="rId13"/>
    <p:sldLayoutId id="2147483659" r:id="rId14"/>
    <p:sldLayoutId id="2147483670" r:id="rId15"/>
    <p:sldLayoutId id="2147483675" r:id="rId16"/>
    <p:sldLayoutId id="2147483678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5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Plus Jakarta Sans" pitchFamily="2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Plus Jakarta Sans" pitchFamily="2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Plus Jakarta Sans" pitchFamily="2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Plus Jakarta Sans" pitchFamily="2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Plus Jakarta Sans" pitchFamily="2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6.sv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4.sv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.png"/><Relationship Id="rId11" Type="http://schemas.openxmlformats.org/officeDocument/2006/relationships/image" Target="../media/image13.png"/><Relationship Id="rId5" Type="http://schemas.openxmlformats.org/officeDocument/2006/relationships/image" Target="../media/image6.sv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áfico 31">
            <a:extLst>
              <a:ext uri="{FF2B5EF4-FFF2-40B4-BE49-F238E27FC236}">
                <a16:creationId xmlns:a16="http://schemas.microsoft.com/office/drawing/2014/main" id="{ACE9F900-417C-6710-2B2C-C2C3C036D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36362" y="2579897"/>
            <a:ext cx="1323295" cy="1360274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D935836-4907-CC15-8A47-BBA7C88CD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1750" y="488305"/>
            <a:ext cx="1694690" cy="1742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4BEBE0-30E7-49E4-A816-DCA7EB661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7811" y="1160462"/>
            <a:ext cx="6858000" cy="1014790"/>
          </a:xfrm>
        </p:spPr>
        <p:txBody>
          <a:bodyPr/>
          <a:lstStyle/>
          <a:p>
            <a:r>
              <a:rPr lang="es-ES" dirty="0">
                <a:latin typeface="Britannic Bold" panose="020B0903060703020204" pitchFamily="34" charset="0"/>
              </a:rPr>
              <a:t>SELF-</a:t>
            </a:r>
            <a:r>
              <a:rPr lang="es-ES" dirty="0">
                <a:solidFill>
                  <a:schemeClr val="accent1"/>
                </a:solidFill>
                <a:latin typeface="Britannic Bold" panose="020B0903060703020204" pitchFamily="34" charset="0"/>
              </a:rPr>
              <a:t>CHECKOUT</a:t>
            </a:r>
            <a:r>
              <a:rPr lang="es-ES" dirty="0">
                <a:latin typeface="Britannic Bold" panose="020B0903060703020204" pitchFamily="34" charset="0"/>
              </a:rPr>
              <a:t> </a:t>
            </a:r>
            <a:r>
              <a:rPr lang="es-ES" sz="3600" dirty="0">
                <a:latin typeface="Britannic Bold" panose="020B0903060703020204" pitchFamily="34" charset="0"/>
              </a:rPr>
              <a:t>SYSTEM</a:t>
            </a:r>
            <a:endParaRPr lang="en-US" sz="3600" dirty="0">
              <a:latin typeface="Britannic Bold" panose="020B0903060703020204" pitchFamily="34" charset="0"/>
            </a:endParaRP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4D27BCE6-8ACA-2709-030D-3C6827313ECD}"/>
              </a:ext>
            </a:extLst>
          </p:cNvPr>
          <p:cNvGrpSpPr/>
          <p:nvPr/>
        </p:nvGrpSpPr>
        <p:grpSpPr>
          <a:xfrm>
            <a:off x="676027" y="181321"/>
            <a:ext cx="7332948" cy="4256394"/>
            <a:chOff x="676027" y="181321"/>
            <a:chExt cx="7332948" cy="4256394"/>
          </a:xfrm>
        </p:grpSpPr>
        <p:pic>
          <p:nvPicPr>
            <p:cNvPr id="27" name="Gráfico 26">
              <a:extLst>
                <a:ext uri="{FF2B5EF4-FFF2-40B4-BE49-F238E27FC236}">
                  <a16:creationId xmlns:a16="http://schemas.microsoft.com/office/drawing/2014/main" id="{64A7156E-7A1C-6630-B4C2-4D2702752E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368478" y="181321"/>
              <a:ext cx="942715" cy="1021539"/>
            </a:xfrm>
            <a:prstGeom prst="rect">
              <a:avLst/>
            </a:prstGeom>
          </p:spPr>
        </p:pic>
        <p:pic>
          <p:nvPicPr>
            <p:cNvPr id="29" name="Gráfico 28">
              <a:extLst>
                <a:ext uri="{FF2B5EF4-FFF2-40B4-BE49-F238E27FC236}">
                  <a16:creationId xmlns:a16="http://schemas.microsoft.com/office/drawing/2014/main" id="{4F0A3265-F028-F5BE-49DA-B788A0FE2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824016">
              <a:off x="7074620" y="209190"/>
              <a:ext cx="684043" cy="986860"/>
            </a:xfrm>
            <a:prstGeom prst="rect">
              <a:avLst/>
            </a:prstGeom>
          </p:spPr>
        </p:pic>
        <p:pic>
          <p:nvPicPr>
            <p:cNvPr id="31" name="Gráfico 30">
              <a:extLst>
                <a:ext uri="{FF2B5EF4-FFF2-40B4-BE49-F238E27FC236}">
                  <a16:creationId xmlns:a16="http://schemas.microsoft.com/office/drawing/2014/main" id="{15C670DF-4C56-8EBE-DF23-5995C38CD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7162266" y="3111134"/>
              <a:ext cx="846709" cy="998136"/>
            </a:xfrm>
            <a:prstGeom prst="rect">
              <a:avLst/>
            </a:prstGeom>
          </p:spPr>
        </p:pic>
        <p:pic>
          <p:nvPicPr>
            <p:cNvPr id="39" name="Imagen 38" descr="Un globo de colores&#10;&#10;Descripción generada automáticamente con confianza baja">
              <a:extLst>
                <a:ext uri="{FF2B5EF4-FFF2-40B4-BE49-F238E27FC236}">
                  <a16:creationId xmlns:a16="http://schemas.microsoft.com/office/drawing/2014/main" id="{D7596160-7F4F-3737-F8C4-7537165E9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24161" flipH="1">
              <a:off x="676027" y="1436824"/>
              <a:ext cx="497096" cy="379081"/>
            </a:xfrm>
            <a:prstGeom prst="rect">
              <a:avLst/>
            </a:prstGeom>
          </p:spPr>
        </p:pic>
        <p:pic>
          <p:nvPicPr>
            <p:cNvPr id="43" name="Imagen 42" descr="Un dibujo de una persona&#10;&#10;Descripción generada automáticamente con confianza baja">
              <a:extLst>
                <a:ext uri="{FF2B5EF4-FFF2-40B4-BE49-F238E27FC236}">
                  <a16:creationId xmlns:a16="http://schemas.microsoft.com/office/drawing/2014/main" id="{0A83AF31-66E8-6361-99E7-6954BBDBC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361610" y="3980995"/>
              <a:ext cx="420780" cy="456720"/>
            </a:xfrm>
            <a:prstGeom prst="rect">
              <a:avLst/>
            </a:prstGeom>
          </p:spPr>
        </p:pic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D29518EE-A9B0-B30F-7289-BB7947CDDB9E}"/>
              </a:ext>
            </a:extLst>
          </p:cNvPr>
          <p:cNvGrpSpPr/>
          <p:nvPr/>
        </p:nvGrpSpPr>
        <p:grpSpPr>
          <a:xfrm>
            <a:off x="1659659" y="408409"/>
            <a:ext cx="7102850" cy="4373504"/>
            <a:chOff x="1659659" y="408409"/>
            <a:chExt cx="7102850" cy="4373504"/>
          </a:xfrm>
        </p:grpSpPr>
        <p:pic>
          <p:nvPicPr>
            <p:cNvPr id="47" name="Imagen 46" descr="Un dibujo de una persona&#10;&#10;Descripción generada automáticamente con confianza baja">
              <a:extLst>
                <a:ext uri="{FF2B5EF4-FFF2-40B4-BE49-F238E27FC236}">
                  <a16:creationId xmlns:a16="http://schemas.microsoft.com/office/drawing/2014/main" id="{1AD4B76F-994E-F3F1-8E7A-10D998318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268007" y="1115194"/>
              <a:ext cx="494502" cy="511171"/>
            </a:xfrm>
            <a:prstGeom prst="rect">
              <a:avLst/>
            </a:prstGeom>
          </p:spPr>
        </p:pic>
        <p:pic>
          <p:nvPicPr>
            <p:cNvPr id="51" name="Imagen 50" descr="Imagen que contiene Patrón de fondo&#10;&#10;Descripción generada automáticamente">
              <a:extLst>
                <a:ext uri="{FF2B5EF4-FFF2-40B4-BE49-F238E27FC236}">
                  <a16:creationId xmlns:a16="http://schemas.microsoft.com/office/drawing/2014/main" id="{0462C3F5-D04D-2028-5943-77488F51F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422431" y="408409"/>
              <a:ext cx="281272" cy="567364"/>
            </a:xfrm>
            <a:prstGeom prst="rect">
              <a:avLst/>
            </a:prstGeom>
          </p:spPr>
        </p:pic>
        <p:pic>
          <p:nvPicPr>
            <p:cNvPr id="55" name="Imagen 54" descr="Dibujo de una persona&#10;&#10;Descripción generada automáticamente con confianza media">
              <a:extLst>
                <a:ext uri="{FF2B5EF4-FFF2-40B4-BE49-F238E27FC236}">
                  <a16:creationId xmlns:a16="http://schemas.microsoft.com/office/drawing/2014/main" id="{A579D8AD-A711-CF6B-A865-A137987D0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942737" flipH="1">
              <a:off x="6365789" y="4323515"/>
              <a:ext cx="565406" cy="351389"/>
            </a:xfrm>
            <a:prstGeom prst="rect">
              <a:avLst/>
            </a:prstGeom>
          </p:spPr>
        </p:pic>
        <p:pic>
          <p:nvPicPr>
            <p:cNvPr id="53" name="Imagen 52" descr="Un globo amarillo&#10;&#10;Descripción generada automáticamente con confianza media">
              <a:extLst>
                <a:ext uri="{FF2B5EF4-FFF2-40B4-BE49-F238E27FC236}">
                  <a16:creationId xmlns:a16="http://schemas.microsoft.com/office/drawing/2014/main" id="{D6D47F37-555D-1D95-89B7-19B861929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659659" y="3683679"/>
              <a:ext cx="365768" cy="528073"/>
            </a:xfrm>
            <a:prstGeom prst="rect">
              <a:avLst/>
            </a:prstGeom>
          </p:spPr>
        </p:pic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6EBBCEC1-AB1C-10C4-6C33-E97AB54A52F6}"/>
              </a:ext>
            </a:extLst>
          </p:cNvPr>
          <p:cNvGrpSpPr/>
          <p:nvPr/>
        </p:nvGrpSpPr>
        <p:grpSpPr>
          <a:xfrm>
            <a:off x="364217" y="455555"/>
            <a:ext cx="8251709" cy="4210604"/>
            <a:chOff x="364217" y="455555"/>
            <a:chExt cx="8251709" cy="4210604"/>
          </a:xfrm>
        </p:grpSpPr>
        <p:pic>
          <p:nvPicPr>
            <p:cNvPr id="30" name="Gráfico 29">
              <a:extLst>
                <a:ext uri="{FF2B5EF4-FFF2-40B4-BE49-F238E27FC236}">
                  <a16:creationId xmlns:a16="http://schemas.microsoft.com/office/drawing/2014/main" id="{F65B016C-A1A4-ABD1-55F3-4C77EE586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 flipV="1">
              <a:off x="364217" y="3144448"/>
              <a:ext cx="822458" cy="891227"/>
            </a:xfrm>
            <a:prstGeom prst="rect">
              <a:avLst/>
            </a:prstGeom>
          </p:spPr>
        </p:pic>
        <p:pic>
          <p:nvPicPr>
            <p:cNvPr id="41" name="Imagen 40" descr="Icono&#10;&#10;Descripción generada automáticamente">
              <a:extLst>
                <a:ext uri="{FF2B5EF4-FFF2-40B4-BE49-F238E27FC236}">
                  <a16:creationId xmlns:a16="http://schemas.microsoft.com/office/drawing/2014/main" id="{E7A918B4-4BA4-5C56-96FE-6E8AAAF43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205309" y="488305"/>
              <a:ext cx="506406" cy="528073"/>
            </a:xfrm>
            <a:prstGeom prst="rect">
              <a:avLst/>
            </a:prstGeom>
          </p:spPr>
        </p:pic>
        <p:pic>
          <p:nvPicPr>
            <p:cNvPr id="49" name="Imagen 48" descr="Imagen que contiene Patrón de fondo&#10;&#10;Descripción generada automáticamente">
              <a:extLst>
                <a:ext uri="{FF2B5EF4-FFF2-40B4-BE49-F238E27FC236}">
                  <a16:creationId xmlns:a16="http://schemas.microsoft.com/office/drawing/2014/main" id="{D99924D3-7001-A938-430A-968305674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440097" flipH="1">
              <a:off x="3538178" y="4264837"/>
              <a:ext cx="554864" cy="401322"/>
            </a:xfrm>
            <a:prstGeom prst="rect">
              <a:avLst/>
            </a:prstGeom>
          </p:spPr>
        </p:pic>
        <p:pic>
          <p:nvPicPr>
            <p:cNvPr id="45" name="Imagen 44" descr="Dibujo de la tierra desde el espacio&#10;&#10;Descripción generada automáticamente con confianza baja">
              <a:extLst>
                <a:ext uri="{FF2B5EF4-FFF2-40B4-BE49-F238E27FC236}">
                  <a16:creationId xmlns:a16="http://schemas.microsoft.com/office/drawing/2014/main" id="{A17AD820-B0AF-D597-9A82-7265DBF0A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049516" y="1538236"/>
              <a:ext cx="566410" cy="385071"/>
            </a:xfrm>
            <a:prstGeom prst="rect">
              <a:avLst/>
            </a:prstGeom>
          </p:spPr>
        </p:pic>
        <p:pic>
          <p:nvPicPr>
            <p:cNvPr id="57" name="Imagen 56" descr="Logotipo, Icono&#10;&#10;Descripción generada automáticamente">
              <a:extLst>
                <a:ext uri="{FF2B5EF4-FFF2-40B4-BE49-F238E27FC236}">
                  <a16:creationId xmlns:a16="http://schemas.microsoft.com/office/drawing/2014/main" id="{E7CE9644-2569-0B79-4110-EB27A6CC9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854467" y="455555"/>
              <a:ext cx="482291" cy="473072"/>
            </a:xfrm>
            <a:prstGeom prst="rect">
              <a:avLst/>
            </a:prstGeom>
          </p:spPr>
        </p:pic>
      </p:grp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F379C026-97A8-F95C-3DAC-3408AE33BF11}"/>
              </a:ext>
            </a:extLst>
          </p:cNvPr>
          <p:cNvCxnSpPr>
            <a:cxnSpLocks/>
          </p:cNvCxnSpPr>
          <p:nvPr/>
        </p:nvCxnSpPr>
        <p:spPr>
          <a:xfrm>
            <a:off x="1711715" y="2175252"/>
            <a:ext cx="573107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5BCD485-B511-7EF0-E74E-7435800E8B90}"/>
              </a:ext>
            </a:extLst>
          </p:cNvPr>
          <p:cNvSpPr txBox="1">
            <a:spLocks/>
          </p:cNvSpPr>
          <p:nvPr/>
        </p:nvSpPr>
        <p:spPr>
          <a:xfrm>
            <a:off x="3258840" y="3388824"/>
            <a:ext cx="2626320" cy="519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Plus Jakarta Sans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Plus Jakarta Sans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2"/>
                </a:solidFill>
                <a:latin typeface="+mn-lt"/>
                <a:ea typeface="+mn-ea"/>
                <a:cs typeface="Plus Jakarta Sans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Plus Jakarta Sans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Plus Jakarta Sans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2664AF-A6C9-9E8F-4681-0F8D63C92A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88299"/>
              </p:ext>
            </p:extLst>
          </p:nvPr>
        </p:nvGraphicFramePr>
        <p:xfrm>
          <a:off x="2705390" y="2527688"/>
          <a:ext cx="4153999" cy="1361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17562">
                  <a:extLst>
                    <a:ext uri="{9D8B030D-6E8A-4147-A177-3AD203B41FA5}">
                      <a16:colId xmlns:a16="http://schemas.microsoft.com/office/drawing/2014/main" val="2372822525"/>
                    </a:ext>
                  </a:extLst>
                </a:gridCol>
                <a:gridCol w="2836437">
                  <a:extLst>
                    <a:ext uri="{9D8B030D-6E8A-4147-A177-3AD203B41FA5}">
                      <a16:colId xmlns:a16="http://schemas.microsoft.com/office/drawing/2014/main" val="19301283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u="none" strike="noStrike" dirty="0">
                          <a:solidFill>
                            <a:schemeClr val="accent1"/>
                          </a:solidFill>
                          <a:effectLst/>
                          <a:latin typeface="Avenir Next LT Pro Light" panose="020B0304020202020204" pitchFamily="34" charset="0"/>
                        </a:rPr>
                        <a:t>LAM YOKE YU</a:t>
                      </a:r>
                      <a:endParaRPr lang="en-US" sz="1400" dirty="0">
                        <a:solidFill>
                          <a:schemeClr val="accent1"/>
                        </a:solidFill>
                        <a:effectLst/>
                        <a:latin typeface="Avenir Next LT Pro Light" panose="020B0304020202020204" pitchFamily="34" charset="0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u="none" strike="noStrike" dirty="0">
                          <a:solidFill>
                            <a:schemeClr val="accent1"/>
                          </a:solidFill>
                          <a:effectLst/>
                          <a:latin typeface="Avenir Next LT Pro Light" panose="020B0304020202020204" pitchFamily="34" charset="0"/>
                        </a:rPr>
                        <a:t>A23CS0233</a:t>
                      </a:r>
                      <a:endParaRPr lang="en-US" sz="1400" dirty="0">
                        <a:solidFill>
                          <a:schemeClr val="accent1"/>
                        </a:solidFill>
                        <a:effectLst/>
                        <a:latin typeface="Avenir Next LT Pro Light" panose="020B0304020202020204" pitchFamily="34" charset="0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4548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u="none" strike="noStrike" dirty="0">
                          <a:solidFill>
                            <a:schemeClr val="accent1"/>
                          </a:solidFill>
                          <a:effectLst/>
                          <a:latin typeface="Avenir Next LT Pro Light" panose="020B0304020202020204" pitchFamily="34" charset="0"/>
                        </a:rPr>
                        <a:t>GOE JIE YING</a:t>
                      </a:r>
                      <a:endParaRPr lang="en-US" sz="1400" dirty="0">
                        <a:solidFill>
                          <a:schemeClr val="accent1"/>
                        </a:solidFill>
                        <a:effectLst/>
                        <a:latin typeface="Avenir Next LT Pro Light" panose="020B0304020202020204" pitchFamily="34" charset="0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u="none" strike="noStrike" dirty="0">
                          <a:solidFill>
                            <a:schemeClr val="accent1"/>
                          </a:solidFill>
                          <a:effectLst/>
                          <a:latin typeface="Avenir Next LT Pro Light" panose="020B0304020202020204" pitchFamily="34" charset="0"/>
                        </a:rPr>
                        <a:t>A23CS0224</a:t>
                      </a:r>
                      <a:endParaRPr lang="en-US" sz="1400" dirty="0">
                        <a:solidFill>
                          <a:schemeClr val="accent1"/>
                        </a:solidFill>
                        <a:effectLst/>
                        <a:latin typeface="Avenir Next LT Pro Light" panose="020B0304020202020204" pitchFamily="34" charset="0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5385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u="none" strike="noStrike" dirty="0">
                          <a:solidFill>
                            <a:schemeClr val="accent1"/>
                          </a:solidFill>
                          <a:effectLst/>
                          <a:latin typeface="Avenir Next LT Pro Light" panose="020B0304020202020204" pitchFamily="34" charset="0"/>
                        </a:rPr>
                        <a:t>TEH RU QIAN</a:t>
                      </a:r>
                      <a:endParaRPr lang="en-US" sz="1400" dirty="0">
                        <a:solidFill>
                          <a:schemeClr val="accent1"/>
                        </a:solidFill>
                        <a:effectLst/>
                        <a:latin typeface="Avenir Next LT Pro Light" panose="020B0304020202020204" pitchFamily="34" charset="0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u="none" strike="noStrike" dirty="0">
                          <a:solidFill>
                            <a:schemeClr val="accent1"/>
                          </a:solidFill>
                          <a:effectLst/>
                          <a:latin typeface="Avenir Next LT Pro Light" panose="020B0304020202020204" pitchFamily="34" charset="0"/>
                        </a:rPr>
                        <a:t>A23CS0191</a:t>
                      </a:r>
                      <a:endParaRPr lang="en-US" sz="1400" dirty="0">
                        <a:solidFill>
                          <a:schemeClr val="accent1"/>
                        </a:solidFill>
                        <a:effectLst/>
                        <a:latin typeface="Avenir Next LT Pro Light" panose="020B0304020202020204" pitchFamily="34" charset="0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9432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u="none" strike="noStrike" dirty="0">
                          <a:solidFill>
                            <a:schemeClr val="accent1"/>
                          </a:solidFill>
                          <a:effectLst/>
                          <a:latin typeface="Avenir Next LT Pro Light" panose="020B0304020202020204" pitchFamily="34" charset="0"/>
                        </a:rPr>
                        <a:t>TAN YI YA</a:t>
                      </a:r>
                      <a:endParaRPr lang="en-US" sz="1400" dirty="0">
                        <a:solidFill>
                          <a:schemeClr val="accent1"/>
                        </a:solidFill>
                        <a:effectLst/>
                        <a:latin typeface="Avenir Next LT Pro Light" panose="020B0304020202020204" pitchFamily="34" charset="0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u="none" strike="noStrike" dirty="0">
                          <a:solidFill>
                            <a:schemeClr val="accent1"/>
                          </a:solidFill>
                          <a:effectLst/>
                          <a:latin typeface="Avenir Next LT Pro Light" panose="020B0304020202020204" pitchFamily="34" charset="0"/>
                        </a:rPr>
                        <a:t>A23CS0187</a:t>
                      </a:r>
                      <a:endParaRPr lang="en-US" sz="1400" dirty="0">
                        <a:solidFill>
                          <a:schemeClr val="accent1"/>
                        </a:solidFill>
                        <a:effectLst/>
                        <a:latin typeface="Avenir Next LT Pro Light" panose="020B0304020202020204" pitchFamily="34" charset="0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6911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2427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xit" presetSubtype="0" repeatCount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2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2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2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8" presetClass="exit" presetSubtype="0" repeatCount="1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29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29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028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8" presetClass="exit" presetSubtype="0" repeatCount="1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529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29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528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4AD8DF-7D23-45C7-BCC3-90B63A7C0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Britannic Bold" panose="020B0903060703020204" pitchFamily="34" charset="0"/>
              </a:rPr>
              <a:t>TABLE OF CONTENTS</a:t>
            </a:r>
            <a:endParaRPr lang="en-US" dirty="0">
              <a:latin typeface="Britannic Bold" panose="020B0903060703020204" pitchFamily="34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8DC3EEF-5017-41A6-A727-D5A4F5DABB3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701105" y="1421555"/>
            <a:ext cx="2550242" cy="715566"/>
          </a:xfrm>
        </p:spPr>
        <p:txBody>
          <a:bodyPr/>
          <a:lstStyle/>
          <a:p>
            <a:r>
              <a:rPr lang="es-ES" dirty="0">
                <a:solidFill>
                  <a:schemeClr val="accent1"/>
                </a:solidFill>
                <a:latin typeface="Algerian" panose="04020705040A02060702" pitchFamily="82" charset="0"/>
              </a:rPr>
              <a:t>SYNOPSIS</a:t>
            </a:r>
            <a:r>
              <a:rPr lang="es-ES" dirty="0">
                <a:latin typeface="Algerian" panose="04020705040A02060702" pitchFamily="82" charset="0"/>
              </a:rPr>
              <a:t> AND </a:t>
            </a:r>
            <a:r>
              <a:rPr lang="es-ES" dirty="0">
                <a:solidFill>
                  <a:schemeClr val="accent1"/>
                </a:solidFill>
                <a:latin typeface="Algerian" panose="04020705040A02060702" pitchFamily="82" charset="0"/>
              </a:rPr>
              <a:t>GENERAL</a:t>
            </a:r>
            <a:r>
              <a:rPr lang="es-ES" dirty="0">
                <a:latin typeface="Algerian" panose="04020705040A02060702" pitchFamily="8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Algerian" panose="04020705040A02060702" pitchFamily="82" charset="0"/>
              </a:rPr>
              <a:t>IDEA</a:t>
            </a:r>
            <a:endParaRPr lang="en-US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00B1C4A-E261-475B-89BC-615B6F75E15E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72234" y="1386215"/>
            <a:ext cx="889474" cy="637443"/>
          </a:xfrm>
        </p:spPr>
        <p:txBody>
          <a:bodyPr/>
          <a:lstStyle/>
          <a:p>
            <a:r>
              <a:rPr lang="es-ES" dirty="0">
                <a:latin typeface="Algerian" panose="04020705040A02060702" pitchFamily="82" charset="0"/>
              </a:rPr>
              <a:t>01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70B8658B-FC1A-4DEB-B0F3-1CB0A2188190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966690" y="2389202"/>
            <a:ext cx="2773866" cy="754649"/>
          </a:xfrm>
        </p:spPr>
        <p:txBody>
          <a:bodyPr/>
          <a:lstStyle/>
          <a:p>
            <a:r>
              <a:rPr lang="es-ES" dirty="0">
                <a:latin typeface="Algerian" panose="04020705040A02060702" pitchFamily="82" charset="0"/>
              </a:rPr>
              <a:t>EXPECTED </a:t>
            </a:r>
            <a:r>
              <a:rPr lang="es-ES" dirty="0">
                <a:solidFill>
                  <a:schemeClr val="accent1"/>
                </a:solidFill>
                <a:latin typeface="Algerian" panose="04020705040A02060702" pitchFamily="82" charset="0"/>
              </a:rPr>
              <a:t>OUTPUT</a:t>
            </a:r>
            <a:endParaRPr lang="en-US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396EC908-83DE-49A7-8769-E1FE437053FB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756760" y="1375161"/>
            <a:ext cx="889474" cy="637444"/>
          </a:xfrm>
        </p:spPr>
        <p:txBody>
          <a:bodyPr/>
          <a:lstStyle/>
          <a:p>
            <a:r>
              <a:rPr lang="es-ES" dirty="0">
                <a:latin typeface="Algerian" panose="04020705040A02060702" pitchFamily="82" charset="0"/>
              </a:rPr>
              <a:t>02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F5B6260-2385-41BD-8D1B-1FCF10CDD7E9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5668953" y="3471971"/>
            <a:ext cx="2550242" cy="715565"/>
          </a:xfrm>
        </p:spPr>
        <p:txBody>
          <a:bodyPr/>
          <a:lstStyle/>
          <a:p>
            <a:r>
              <a:rPr lang="es-ES" dirty="0">
                <a:latin typeface="Algerian" panose="04020705040A02060702" pitchFamily="82" charset="0"/>
              </a:rPr>
              <a:t>POSSIBLE </a:t>
            </a:r>
            <a:r>
              <a:rPr lang="es-ES" dirty="0">
                <a:solidFill>
                  <a:schemeClr val="accent1"/>
                </a:solidFill>
                <a:latin typeface="Algerian" panose="04020705040A02060702" pitchFamily="82" charset="0"/>
              </a:rPr>
              <a:t>IMPROVEMENT</a:t>
            </a:r>
            <a:endParaRPr lang="en-US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4C9C261-FC07-46C3-9065-7A2FA99C8741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782390" y="2445780"/>
            <a:ext cx="889474" cy="637444"/>
          </a:xfrm>
        </p:spPr>
        <p:txBody>
          <a:bodyPr/>
          <a:lstStyle/>
          <a:p>
            <a:r>
              <a:rPr lang="es-ES" dirty="0">
                <a:latin typeface="Algerian" panose="04020705040A02060702" pitchFamily="82" charset="0"/>
              </a:rPr>
              <a:t>04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0A171DFE-86FE-453B-8CFB-147D3AD4C7EB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5727064" y="2601680"/>
            <a:ext cx="2550242" cy="392482"/>
          </a:xfrm>
        </p:spPr>
        <p:txBody>
          <a:bodyPr/>
          <a:lstStyle/>
          <a:p>
            <a:r>
              <a:rPr lang="es-ES" dirty="0">
                <a:solidFill>
                  <a:schemeClr val="accent1"/>
                </a:solidFill>
                <a:latin typeface="Algerian" panose="04020705040A02060702" pitchFamily="82" charset="0"/>
              </a:rPr>
              <a:t>STORY</a:t>
            </a:r>
            <a:r>
              <a:rPr lang="es-ES" dirty="0">
                <a:latin typeface="Algerian" panose="04020705040A02060702" pitchFamily="82" charset="0"/>
              </a:rPr>
              <a:t>BOARD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374CAC07-75F9-45F6-A6EB-4EC9A7473716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961695" y="2450034"/>
            <a:ext cx="889474" cy="637443"/>
          </a:xfrm>
        </p:spPr>
        <p:txBody>
          <a:bodyPr/>
          <a:lstStyle/>
          <a:p>
            <a:r>
              <a:rPr lang="es-ES" dirty="0">
                <a:latin typeface="Algerian" panose="04020705040A02060702" pitchFamily="82" charset="0"/>
              </a:rPr>
              <a:t>03</a:t>
            </a:r>
            <a:endParaRPr lang="en-US" dirty="0">
              <a:latin typeface="Algerian" panose="04020705040A02060702" pitchFamily="82" charset="0"/>
            </a:endParaRP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D2118A1B-1EF1-E90B-3465-78A5F3D0BD41}"/>
              </a:ext>
            </a:extLst>
          </p:cNvPr>
          <p:cNvCxnSpPr>
            <a:cxnSpLocks/>
          </p:cNvCxnSpPr>
          <p:nvPr/>
        </p:nvCxnSpPr>
        <p:spPr>
          <a:xfrm>
            <a:off x="1081337" y="1977866"/>
            <a:ext cx="671267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80ECFCF1-B164-9914-B683-1AAF2C037473}"/>
              </a:ext>
            </a:extLst>
          </p:cNvPr>
          <p:cNvCxnSpPr>
            <a:cxnSpLocks/>
          </p:cNvCxnSpPr>
          <p:nvPr/>
        </p:nvCxnSpPr>
        <p:spPr>
          <a:xfrm>
            <a:off x="4865863" y="1977866"/>
            <a:ext cx="671267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2193AABF-3890-9EBA-08E6-247A9A612C1E}"/>
              </a:ext>
            </a:extLst>
          </p:cNvPr>
          <p:cNvCxnSpPr>
            <a:cxnSpLocks/>
          </p:cNvCxnSpPr>
          <p:nvPr/>
        </p:nvCxnSpPr>
        <p:spPr>
          <a:xfrm>
            <a:off x="1066918" y="3032693"/>
            <a:ext cx="671267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3C299739-605B-BD69-601D-A4B1C5AFB537}"/>
              </a:ext>
            </a:extLst>
          </p:cNvPr>
          <p:cNvCxnSpPr>
            <a:cxnSpLocks/>
          </p:cNvCxnSpPr>
          <p:nvPr/>
        </p:nvCxnSpPr>
        <p:spPr>
          <a:xfrm>
            <a:off x="4865863" y="3032693"/>
            <a:ext cx="671267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107" name="Grupo 106">
            <a:extLst>
              <a:ext uri="{FF2B5EF4-FFF2-40B4-BE49-F238E27FC236}">
                <a16:creationId xmlns:a16="http://schemas.microsoft.com/office/drawing/2014/main" id="{F7BA538C-80D6-57F2-C411-8B5A48F782E8}"/>
              </a:ext>
            </a:extLst>
          </p:cNvPr>
          <p:cNvGrpSpPr/>
          <p:nvPr/>
        </p:nvGrpSpPr>
        <p:grpSpPr>
          <a:xfrm>
            <a:off x="576377" y="217357"/>
            <a:ext cx="7985182" cy="4649379"/>
            <a:chOff x="576377" y="217357"/>
            <a:chExt cx="7985182" cy="4649379"/>
          </a:xfrm>
        </p:grpSpPr>
        <p:pic>
          <p:nvPicPr>
            <p:cNvPr id="109" name="Gráfico 108">
              <a:extLst>
                <a:ext uri="{FF2B5EF4-FFF2-40B4-BE49-F238E27FC236}">
                  <a16:creationId xmlns:a16="http://schemas.microsoft.com/office/drawing/2014/main" id="{1D4374F5-4514-C42D-CE38-9A729F9B4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824016">
              <a:off x="7877516" y="3879876"/>
              <a:ext cx="684043" cy="986860"/>
            </a:xfrm>
            <a:prstGeom prst="rect">
              <a:avLst/>
            </a:prstGeom>
          </p:spPr>
        </p:pic>
        <p:pic>
          <p:nvPicPr>
            <p:cNvPr id="110" name="Gráfico 109">
              <a:extLst>
                <a:ext uri="{FF2B5EF4-FFF2-40B4-BE49-F238E27FC236}">
                  <a16:creationId xmlns:a16="http://schemas.microsoft.com/office/drawing/2014/main" id="{5D53E2F9-F622-938A-5A10-56FE10AF5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9342995">
              <a:off x="7353874" y="217357"/>
              <a:ext cx="846709" cy="998136"/>
            </a:xfrm>
            <a:prstGeom prst="rect">
              <a:avLst/>
            </a:prstGeom>
          </p:spPr>
        </p:pic>
        <p:pic>
          <p:nvPicPr>
            <p:cNvPr id="111" name="Imagen 110" descr="Un globo de colores&#10;&#10;Descripción generada automáticamente con confianza baja">
              <a:extLst>
                <a:ext uri="{FF2B5EF4-FFF2-40B4-BE49-F238E27FC236}">
                  <a16:creationId xmlns:a16="http://schemas.microsoft.com/office/drawing/2014/main" id="{369209E7-0AD0-798D-E654-BAFE7D4E6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24161" flipH="1">
              <a:off x="576377" y="1178826"/>
              <a:ext cx="497096" cy="379081"/>
            </a:xfrm>
            <a:prstGeom prst="rect">
              <a:avLst/>
            </a:prstGeom>
          </p:spPr>
        </p:pic>
        <p:pic>
          <p:nvPicPr>
            <p:cNvPr id="112" name="Imagen 111" descr="Un dibujo de una persona&#10;&#10;Descripción generada automáticamente con confianza baja">
              <a:extLst>
                <a:ext uri="{FF2B5EF4-FFF2-40B4-BE49-F238E27FC236}">
                  <a16:creationId xmlns:a16="http://schemas.microsoft.com/office/drawing/2014/main" id="{DAADCEC4-B473-1DE7-DD79-2623FF497B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572000" y="4134330"/>
              <a:ext cx="420780" cy="456720"/>
            </a:xfrm>
            <a:prstGeom prst="rect">
              <a:avLst/>
            </a:prstGeom>
          </p:spPr>
        </p:pic>
      </p:grpSp>
      <p:grpSp>
        <p:nvGrpSpPr>
          <p:cNvPr id="113" name="Grupo 112">
            <a:extLst>
              <a:ext uri="{FF2B5EF4-FFF2-40B4-BE49-F238E27FC236}">
                <a16:creationId xmlns:a16="http://schemas.microsoft.com/office/drawing/2014/main" id="{B0C5E226-391D-79FB-E153-A41176B5BFEE}"/>
              </a:ext>
            </a:extLst>
          </p:cNvPr>
          <p:cNvGrpSpPr/>
          <p:nvPr/>
        </p:nvGrpSpPr>
        <p:grpSpPr>
          <a:xfrm>
            <a:off x="1242880" y="1468714"/>
            <a:ext cx="7528928" cy="3522181"/>
            <a:chOff x="1242880" y="1468714"/>
            <a:chExt cx="7528928" cy="3522181"/>
          </a:xfrm>
        </p:grpSpPr>
        <p:pic>
          <p:nvPicPr>
            <p:cNvPr id="114" name="Imagen 113" descr="Un dibujo de una persona&#10;&#10;Descripción generada automáticamente con confianza baja">
              <a:extLst>
                <a:ext uri="{FF2B5EF4-FFF2-40B4-BE49-F238E27FC236}">
                  <a16:creationId xmlns:a16="http://schemas.microsoft.com/office/drawing/2014/main" id="{0F35CF37-C709-6F55-B063-5E2364DF0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277306" y="1468714"/>
              <a:ext cx="494502" cy="511171"/>
            </a:xfrm>
            <a:prstGeom prst="rect">
              <a:avLst/>
            </a:prstGeom>
          </p:spPr>
        </p:pic>
        <p:pic>
          <p:nvPicPr>
            <p:cNvPr id="115" name="Imagen 114" descr="Imagen que contiene Patrón de fondo&#10;&#10;Descripción generada automáticamente">
              <a:extLst>
                <a:ext uri="{FF2B5EF4-FFF2-40B4-BE49-F238E27FC236}">
                  <a16:creationId xmlns:a16="http://schemas.microsoft.com/office/drawing/2014/main" id="{BDBCB2EE-C6CA-8D8F-650B-C789BF8EF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417449" y="2445780"/>
              <a:ext cx="281272" cy="567364"/>
            </a:xfrm>
            <a:prstGeom prst="rect">
              <a:avLst/>
            </a:prstGeom>
          </p:spPr>
        </p:pic>
        <p:pic>
          <p:nvPicPr>
            <p:cNvPr id="116" name="Imagen 115" descr="Dibujo de una persona&#10;&#10;Descripción generada automáticamente con confianza media">
              <a:extLst>
                <a:ext uri="{FF2B5EF4-FFF2-40B4-BE49-F238E27FC236}">
                  <a16:creationId xmlns:a16="http://schemas.microsoft.com/office/drawing/2014/main" id="{D0471561-12A6-B90F-05D7-158FAE165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942737" flipH="1">
              <a:off x="6530529" y="4532497"/>
              <a:ext cx="565406" cy="351389"/>
            </a:xfrm>
            <a:prstGeom prst="rect">
              <a:avLst/>
            </a:prstGeom>
          </p:spPr>
        </p:pic>
        <p:pic>
          <p:nvPicPr>
            <p:cNvPr id="117" name="Imagen 116" descr="Un globo amarillo&#10;&#10;Descripción generada automáticamente con confianza media">
              <a:extLst>
                <a:ext uri="{FF2B5EF4-FFF2-40B4-BE49-F238E27FC236}">
                  <a16:creationId xmlns:a16="http://schemas.microsoft.com/office/drawing/2014/main" id="{3DA86FBF-47C1-CB83-6AB0-2E217BC03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242880" y="4109270"/>
              <a:ext cx="365768" cy="528073"/>
            </a:xfrm>
            <a:prstGeom prst="rect">
              <a:avLst/>
            </a:prstGeom>
          </p:spPr>
        </p:pic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870534FE-A32C-E46A-AE8A-17B44788A24D}"/>
              </a:ext>
            </a:extLst>
          </p:cNvPr>
          <p:cNvGrpSpPr/>
          <p:nvPr/>
        </p:nvGrpSpPr>
        <p:grpSpPr>
          <a:xfrm>
            <a:off x="297967" y="301364"/>
            <a:ext cx="8431416" cy="4529480"/>
            <a:chOff x="297967" y="301364"/>
            <a:chExt cx="8431416" cy="4529480"/>
          </a:xfrm>
        </p:grpSpPr>
        <p:pic>
          <p:nvPicPr>
            <p:cNvPr id="119" name="Gráfico 118">
              <a:extLst>
                <a:ext uri="{FF2B5EF4-FFF2-40B4-BE49-F238E27FC236}">
                  <a16:creationId xmlns:a16="http://schemas.microsoft.com/office/drawing/2014/main" id="{A6E8AA77-380E-5AB6-0CB5-E5B287C6F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 flipV="1">
              <a:off x="297967" y="2445780"/>
              <a:ext cx="822458" cy="891227"/>
            </a:xfrm>
            <a:prstGeom prst="rect">
              <a:avLst/>
            </a:prstGeom>
          </p:spPr>
        </p:pic>
        <p:pic>
          <p:nvPicPr>
            <p:cNvPr id="120" name="Imagen 119" descr="Icono&#10;&#10;Descripción generada automáticamente">
              <a:extLst>
                <a:ext uri="{FF2B5EF4-FFF2-40B4-BE49-F238E27FC236}">
                  <a16:creationId xmlns:a16="http://schemas.microsoft.com/office/drawing/2014/main" id="{A075B828-9471-539E-B472-EBC971663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89677" y="301364"/>
              <a:ext cx="506406" cy="528073"/>
            </a:xfrm>
            <a:prstGeom prst="rect">
              <a:avLst/>
            </a:prstGeom>
          </p:spPr>
        </p:pic>
        <p:pic>
          <p:nvPicPr>
            <p:cNvPr id="121" name="Imagen 120" descr="Imagen que contiene Patrón de fondo&#10;&#10;Descripción generada automáticamente">
              <a:extLst>
                <a:ext uri="{FF2B5EF4-FFF2-40B4-BE49-F238E27FC236}">
                  <a16:creationId xmlns:a16="http://schemas.microsoft.com/office/drawing/2014/main" id="{93663C4E-253C-966D-DE5A-BB3DABC96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440097" flipH="1">
              <a:off x="3900414" y="4429522"/>
              <a:ext cx="554864" cy="401322"/>
            </a:xfrm>
            <a:prstGeom prst="rect">
              <a:avLst/>
            </a:prstGeom>
          </p:spPr>
        </p:pic>
        <p:pic>
          <p:nvPicPr>
            <p:cNvPr id="122" name="Imagen 121" descr="Dibujo de la tierra desde el espacio&#10;&#10;Descripción generada automáticamente con confianza baja">
              <a:extLst>
                <a:ext uri="{FF2B5EF4-FFF2-40B4-BE49-F238E27FC236}">
                  <a16:creationId xmlns:a16="http://schemas.microsoft.com/office/drawing/2014/main" id="{D4985610-9A29-4C99-CA56-43E9C7439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162973" y="2712284"/>
              <a:ext cx="566410" cy="385071"/>
            </a:xfrm>
            <a:prstGeom prst="rect">
              <a:avLst/>
            </a:prstGeom>
          </p:spPr>
        </p:pic>
      </p:grpSp>
      <p:sp>
        <p:nvSpPr>
          <p:cNvPr id="11" name="Text Placeholder 32">
            <a:extLst>
              <a:ext uri="{FF2B5EF4-FFF2-40B4-BE49-F238E27FC236}">
                <a16:creationId xmlns:a16="http://schemas.microsoft.com/office/drawing/2014/main" id="{42299671-3129-0757-1A43-2534F11B8AE4}"/>
              </a:ext>
            </a:extLst>
          </p:cNvPr>
          <p:cNvSpPr txBox="1">
            <a:spLocks/>
          </p:cNvSpPr>
          <p:nvPr/>
        </p:nvSpPr>
        <p:spPr>
          <a:xfrm>
            <a:off x="1931578" y="1497642"/>
            <a:ext cx="2550242" cy="3924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500" kern="1200">
                <a:solidFill>
                  <a:schemeClr val="tx2"/>
                </a:solidFill>
                <a:latin typeface="+mj-lt"/>
                <a:ea typeface="+mn-ea"/>
                <a:cs typeface="Plus Jakarta Sans" pitchFamily="2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Plus Jakarta Sans" pitchFamily="2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Plus Jakarta Sans" pitchFamily="2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Plus Jakarta Sans" pitchFamily="2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Plus Jakarta Sans" pitchFamily="2" charset="0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solidFill>
                  <a:schemeClr val="accent1"/>
                </a:solidFill>
                <a:latin typeface="Algerian" panose="04020705040A02060702" pitchFamily="82" charset="0"/>
              </a:rPr>
              <a:t>INTRO</a:t>
            </a:r>
            <a:r>
              <a:rPr lang="es-ES" dirty="0">
                <a:latin typeface="Algerian" panose="04020705040A02060702" pitchFamily="82" charset="0"/>
              </a:rPr>
              <a:t>DUCTION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C589A455-21AB-ADD8-B104-B5C7AF1A2277}"/>
              </a:ext>
            </a:extLst>
          </p:cNvPr>
          <p:cNvSpPr txBox="1">
            <a:spLocks/>
          </p:cNvSpPr>
          <p:nvPr/>
        </p:nvSpPr>
        <p:spPr>
          <a:xfrm>
            <a:off x="1931712" y="3644692"/>
            <a:ext cx="2550242" cy="3924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500" kern="1200">
                <a:solidFill>
                  <a:schemeClr val="tx2"/>
                </a:solidFill>
                <a:latin typeface="+mj-lt"/>
                <a:ea typeface="+mn-ea"/>
                <a:cs typeface="Plus Jakarta Sans" pitchFamily="2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Plus Jakarta Sans" pitchFamily="2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Plus Jakarta Sans" pitchFamily="2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Plus Jakarta Sans" pitchFamily="2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Plus Jakarta Sans" pitchFamily="2" charset="0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solidFill>
                  <a:schemeClr val="accent1"/>
                </a:solidFill>
                <a:latin typeface="Algerian" panose="04020705040A02060702" pitchFamily="82" charset="0"/>
              </a:rPr>
              <a:t>CONCLU</a:t>
            </a:r>
            <a:r>
              <a:rPr lang="es-ES" dirty="0">
                <a:latin typeface="Algerian" panose="04020705040A02060702" pitchFamily="82" charset="0"/>
              </a:rPr>
              <a:t>SION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13" name="Text Placeholder 33">
            <a:extLst>
              <a:ext uri="{FF2B5EF4-FFF2-40B4-BE49-F238E27FC236}">
                <a16:creationId xmlns:a16="http://schemas.microsoft.com/office/drawing/2014/main" id="{81C2610D-934D-0B2E-2159-CAF07E3A00C5}"/>
              </a:ext>
            </a:extLst>
          </p:cNvPr>
          <p:cNvSpPr txBox="1">
            <a:spLocks/>
          </p:cNvSpPr>
          <p:nvPr/>
        </p:nvSpPr>
        <p:spPr>
          <a:xfrm>
            <a:off x="957814" y="3468071"/>
            <a:ext cx="889474" cy="637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4000" kern="1200">
                <a:solidFill>
                  <a:schemeClr val="accent1"/>
                </a:solidFill>
                <a:latin typeface="+mj-lt"/>
                <a:ea typeface="+mn-ea"/>
                <a:cs typeface="Plus Jakarta Sans" pitchFamily="2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Plus Jakarta Sans" pitchFamily="2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Plus Jakarta Sans" pitchFamily="2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Plus Jakarta Sans" pitchFamily="2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Plus Jakarta Sans" pitchFamily="2" charset="0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latin typeface="Algerian" panose="04020705040A02060702" pitchFamily="82" charset="0"/>
              </a:rPr>
              <a:t>05</a:t>
            </a:r>
            <a:endParaRPr lang="en-US" dirty="0">
              <a:latin typeface="Algerian" panose="04020705040A02060702" pitchFamily="82" charset="0"/>
            </a:endParaRPr>
          </a:p>
        </p:txBody>
      </p:sp>
      <p:cxnSp>
        <p:nvCxnSpPr>
          <p:cNvPr id="14" name="Conector recto 44">
            <a:extLst>
              <a:ext uri="{FF2B5EF4-FFF2-40B4-BE49-F238E27FC236}">
                <a16:creationId xmlns:a16="http://schemas.microsoft.com/office/drawing/2014/main" id="{EE71A330-20A7-F110-0109-7B9593C6A535}"/>
              </a:ext>
            </a:extLst>
          </p:cNvPr>
          <p:cNvCxnSpPr>
            <a:cxnSpLocks/>
          </p:cNvCxnSpPr>
          <p:nvPr/>
        </p:nvCxnSpPr>
        <p:spPr>
          <a:xfrm>
            <a:off x="1066918" y="4069687"/>
            <a:ext cx="671267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8D7AD3A0-AE1D-A391-5FBA-F432606A53B2}"/>
              </a:ext>
            </a:extLst>
          </p:cNvPr>
          <p:cNvSpPr txBox="1">
            <a:spLocks/>
          </p:cNvSpPr>
          <p:nvPr/>
        </p:nvSpPr>
        <p:spPr>
          <a:xfrm>
            <a:off x="4782390" y="3468071"/>
            <a:ext cx="889474" cy="6374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4000" kern="1200">
                <a:solidFill>
                  <a:schemeClr val="accent1"/>
                </a:solidFill>
                <a:latin typeface="+mj-lt"/>
                <a:ea typeface="+mn-ea"/>
                <a:cs typeface="Plus Jakarta Sans" pitchFamily="2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Plus Jakarta Sans" pitchFamily="2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Plus Jakarta Sans" pitchFamily="2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Plus Jakarta Sans" pitchFamily="2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Plus Jakarta Sans" pitchFamily="2" charset="0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latin typeface="Algerian" panose="04020705040A02060702" pitchFamily="82" charset="0"/>
              </a:rPr>
              <a:t>06</a:t>
            </a:r>
            <a:endParaRPr lang="en-US" dirty="0">
              <a:latin typeface="Algerian" panose="04020705040A02060702" pitchFamily="82" charset="0"/>
            </a:endParaRPr>
          </a:p>
        </p:txBody>
      </p:sp>
      <p:cxnSp>
        <p:nvCxnSpPr>
          <p:cNvPr id="18" name="Conector recto 45">
            <a:extLst>
              <a:ext uri="{FF2B5EF4-FFF2-40B4-BE49-F238E27FC236}">
                <a16:creationId xmlns:a16="http://schemas.microsoft.com/office/drawing/2014/main" id="{6DC89BBC-5CDD-B9DF-4C91-E0AE72CD65CB}"/>
              </a:ext>
            </a:extLst>
          </p:cNvPr>
          <p:cNvCxnSpPr>
            <a:cxnSpLocks/>
          </p:cNvCxnSpPr>
          <p:nvPr/>
        </p:nvCxnSpPr>
        <p:spPr>
          <a:xfrm>
            <a:off x="4891493" y="4069687"/>
            <a:ext cx="671267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90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xit" presetSubtype="0" repeatCount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2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2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2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8" presetClass="exit" presetSubtype="0" repeatCount="1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29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29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028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8" presetClass="exit" presetSubtype="0" repeatCount="1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529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29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528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6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 tmFilter="0, 0; .2, .5; .8, .5; 1, 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250" autoRev="1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 build="p"/>
      <p:bldP spid="27" grpId="0" build="p"/>
      <p:bldP spid="30" grpId="0" build="p"/>
      <p:bldP spid="33" grpId="0" build="p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9FCE1-C38E-4049-0A0E-7A8584B87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2189300"/>
            <a:ext cx="7696200" cy="7649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Algerian" panose="04020705040A02060702" pitchFamily="82" charset="0"/>
              </a:rPr>
              <a:t>INTRO</a:t>
            </a:r>
            <a:r>
              <a:rPr lang="en-US" dirty="0">
                <a:latin typeface="Algerian" panose="04020705040A02060702" pitchFamily="82" charset="0"/>
              </a:rPr>
              <a:t>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530F48-CA52-ED84-F1A0-D0739E278329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u="sng" dirty="0">
                <a:latin typeface="Algerian" panose="04020705040A02060702" pitchFamily="82" charset="0"/>
              </a:rPr>
              <a:t>01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0800AEB-1927-12AD-90F7-1C9C4C9C5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8879" y="3388824"/>
            <a:ext cx="3106241" cy="519209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A </a:t>
            </a:r>
            <a:r>
              <a:rPr lang="en-US" altLang="zh-CN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brief introduction about Self-Checkout System</a:t>
            </a:r>
            <a:endParaRPr lang="en-US" sz="1800" dirty="0">
              <a:solidFill>
                <a:schemeClr val="accent1"/>
              </a:solidFill>
              <a:latin typeface="Avenir Next LT Pro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445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D9DB0-1CA6-C9E1-9203-5906AA1A2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316" y="1163314"/>
            <a:ext cx="5726906" cy="864393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Avenir Next LT Pro Light" panose="020B0304020202020204" pitchFamily="34" charset="0"/>
              </a:rPr>
              <a:t>provide a mechanism for customers to complete their own transaction from a retailer without needing a traditional staffed checkout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30CFB-B72F-5195-65BC-C7C2248CD69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90990" y="625742"/>
            <a:ext cx="6578695" cy="450485"/>
          </a:xfrm>
        </p:spPr>
        <p:txBody>
          <a:bodyPr/>
          <a:lstStyle/>
          <a:p>
            <a:r>
              <a:rPr lang="en-US" sz="2800" dirty="0">
                <a:latin typeface="Algerian" panose="04020705040A02060702" pitchFamily="82" charset="0"/>
              </a:rPr>
              <a:t>W</a:t>
            </a:r>
            <a:r>
              <a:rPr lang="en-US" altLang="zh-CN" sz="2800" dirty="0">
                <a:latin typeface="Algerian" panose="04020705040A02060702" pitchFamily="82" charset="0"/>
              </a:rPr>
              <a:t>hat is Self-Checkout System?</a:t>
            </a:r>
            <a:endParaRPr lang="en-US" sz="2800" dirty="0">
              <a:latin typeface="Algerian" panose="04020705040A02060702" pitchFamily="82" charset="0"/>
            </a:endParaRPr>
          </a:p>
        </p:txBody>
      </p:sp>
      <p:grpSp>
        <p:nvGrpSpPr>
          <p:cNvPr id="6" name="Grupo 323">
            <a:extLst>
              <a:ext uri="{FF2B5EF4-FFF2-40B4-BE49-F238E27FC236}">
                <a16:creationId xmlns:a16="http://schemas.microsoft.com/office/drawing/2014/main" id="{E7721DD2-E213-8337-7F2D-DB472956ED48}"/>
              </a:ext>
            </a:extLst>
          </p:cNvPr>
          <p:cNvGrpSpPr/>
          <p:nvPr/>
        </p:nvGrpSpPr>
        <p:grpSpPr>
          <a:xfrm>
            <a:off x="599551" y="666398"/>
            <a:ext cx="344614" cy="344423"/>
            <a:chOff x="5510593" y="1842135"/>
            <a:chExt cx="344614" cy="344423"/>
          </a:xfrm>
          <a:solidFill>
            <a:schemeClr val="accent1"/>
          </a:solidFill>
        </p:grpSpPr>
        <p:sp>
          <p:nvSpPr>
            <p:cNvPr id="7" name="Forma libre: forma 204">
              <a:extLst>
                <a:ext uri="{FF2B5EF4-FFF2-40B4-BE49-F238E27FC236}">
                  <a16:creationId xmlns:a16="http://schemas.microsoft.com/office/drawing/2014/main" id="{1B22AD9A-CCA0-34E7-232E-A7D75FDAD136}"/>
                </a:ext>
              </a:extLst>
            </p:cNvPr>
            <p:cNvSpPr/>
            <p:nvPr/>
          </p:nvSpPr>
          <p:spPr>
            <a:xfrm>
              <a:off x="5713761" y="1923287"/>
              <a:ext cx="141446" cy="40386"/>
            </a:xfrm>
            <a:custGeom>
              <a:avLst/>
              <a:gdLst>
                <a:gd name="connsiteX0" fmla="*/ -111 w 141446"/>
                <a:gd name="connsiteY0" fmla="*/ -205 h 40386"/>
                <a:gd name="connsiteX1" fmla="*/ 141335 w 141446"/>
                <a:gd name="connsiteY1" fmla="*/ -205 h 40386"/>
                <a:gd name="connsiteX2" fmla="*/ 141335 w 141446"/>
                <a:gd name="connsiteY2" fmla="*/ 40182 h 40386"/>
                <a:gd name="connsiteX3" fmla="*/ -111 w 141446"/>
                <a:gd name="connsiteY3" fmla="*/ 40182 h 4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446" h="40386">
                  <a:moveTo>
                    <a:pt x="-111" y="-205"/>
                  </a:moveTo>
                  <a:lnTo>
                    <a:pt x="141335" y="-205"/>
                  </a:lnTo>
                  <a:lnTo>
                    <a:pt x="141335" y="40182"/>
                  </a:lnTo>
                  <a:lnTo>
                    <a:pt x="-111" y="4018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>
                <a:solidFill>
                  <a:schemeClr val="accent3"/>
                </a:solidFill>
              </a:endParaRPr>
            </a:p>
          </p:txBody>
        </p:sp>
        <p:sp>
          <p:nvSpPr>
            <p:cNvPr id="8" name="Forma libre: forma 205">
              <a:extLst>
                <a:ext uri="{FF2B5EF4-FFF2-40B4-BE49-F238E27FC236}">
                  <a16:creationId xmlns:a16="http://schemas.microsoft.com/office/drawing/2014/main" id="{F3777F44-DA2A-65EF-8B94-6469298149F4}"/>
                </a:ext>
              </a:extLst>
            </p:cNvPr>
            <p:cNvSpPr/>
            <p:nvPr/>
          </p:nvSpPr>
          <p:spPr>
            <a:xfrm>
              <a:off x="5571743" y="1983867"/>
              <a:ext cx="60579" cy="20192"/>
            </a:xfrm>
            <a:custGeom>
              <a:avLst/>
              <a:gdLst>
                <a:gd name="connsiteX0" fmla="*/ -111 w 60579"/>
                <a:gd name="connsiteY0" fmla="*/ -205 h 20192"/>
                <a:gd name="connsiteX1" fmla="*/ 60468 w 60579"/>
                <a:gd name="connsiteY1" fmla="*/ -205 h 20192"/>
                <a:gd name="connsiteX2" fmla="*/ 60468 w 60579"/>
                <a:gd name="connsiteY2" fmla="*/ 19988 h 20192"/>
                <a:gd name="connsiteX3" fmla="*/ -111 w 60579"/>
                <a:gd name="connsiteY3" fmla="*/ 19988 h 20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579" h="20192">
                  <a:moveTo>
                    <a:pt x="-111" y="-205"/>
                  </a:moveTo>
                  <a:lnTo>
                    <a:pt x="60468" y="-205"/>
                  </a:lnTo>
                  <a:lnTo>
                    <a:pt x="60468" y="19988"/>
                  </a:lnTo>
                  <a:lnTo>
                    <a:pt x="-111" y="199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>
                <a:solidFill>
                  <a:schemeClr val="accent3"/>
                </a:solidFill>
              </a:endParaRPr>
            </a:p>
          </p:txBody>
        </p:sp>
        <p:sp>
          <p:nvSpPr>
            <p:cNvPr id="9" name="Forma libre: forma 206">
              <a:extLst>
                <a:ext uri="{FF2B5EF4-FFF2-40B4-BE49-F238E27FC236}">
                  <a16:creationId xmlns:a16="http://schemas.microsoft.com/office/drawing/2014/main" id="{64BA358D-DAF1-1813-EFB9-CFCCE895DAB0}"/>
                </a:ext>
              </a:extLst>
            </p:cNvPr>
            <p:cNvSpPr/>
            <p:nvPr/>
          </p:nvSpPr>
          <p:spPr>
            <a:xfrm>
              <a:off x="5571743" y="1842135"/>
              <a:ext cx="60579" cy="81438"/>
            </a:xfrm>
            <a:custGeom>
              <a:avLst/>
              <a:gdLst>
                <a:gd name="connsiteX0" fmla="*/ -111 w 60579"/>
                <a:gd name="connsiteY0" fmla="*/ -205 h 81438"/>
                <a:gd name="connsiteX1" fmla="*/ 60468 w 60579"/>
                <a:gd name="connsiteY1" fmla="*/ -205 h 81438"/>
                <a:gd name="connsiteX2" fmla="*/ 60468 w 60579"/>
                <a:gd name="connsiteY2" fmla="*/ 81234 h 81438"/>
                <a:gd name="connsiteX3" fmla="*/ -111 w 60579"/>
                <a:gd name="connsiteY3" fmla="*/ 81234 h 81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579" h="81438">
                  <a:moveTo>
                    <a:pt x="-111" y="-205"/>
                  </a:moveTo>
                  <a:lnTo>
                    <a:pt x="60468" y="-205"/>
                  </a:lnTo>
                  <a:lnTo>
                    <a:pt x="60468" y="81234"/>
                  </a:lnTo>
                  <a:lnTo>
                    <a:pt x="-111" y="8123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>
                <a:solidFill>
                  <a:schemeClr val="accent3"/>
                </a:solidFill>
              </a:endParaRPr>
            </a:p>
          </p:txBody>
        </p:sp>
        <p:sp>
          <p:nvSpPr>
            <p:cNvPr id="10" name="Forma libre: forma 207">
              <a:extLst>
                <a:ext uri="{FF2B5EF4-FFF2-40B4-BE49-F238E27FC236}">
                  <a16:creationId xmlns:a16="http://schemas.microsoft.com/office/drawing/2014/main" id="{15C876B5-26EF-51D6-A450-E6F441962B2D}"/>
                </a:ext>
              </a:extLst>
            </p:cNvPr>
            <p:cNvSpPr/>
            <p:nvPr/>
          </p:nvSpPr>
          <p:spPr>
            <a:xfrm>
              <a:off x="5510593" y="1882901"/>
              <a:ext cx="183165" cy="303657"/>
            </a:xfrm>
            <a:custGeom>
              <a:avLst/>
              <a:gdLst>
                <a:gd name="connsiteX0" fmla="*/ 182865 w 183165"/>
                <a:gd name="connsiteY0" fmla="*/ -205 h 303657"/>
                <a:gd name="connsiteX1" fmla="*/ 141812 w 183165"/>
                <a:gd name="connsiteY1" fmla="*/ -205 h 303657"/>
                <a:gd name="connsiteX2" fmla="*/ 141812 w 183165"/>
                <a:gd name="connsiteY2" fmla="*/ 60375 h 303657"/>
                <a:gd name="connsiteX3" fmla="*/ 40846 w 183165"/>
                <a:gd name="connsiteY3" fmla="*/ 60375 h 303657"/>
                <a:gd name="connsiteX4" fmla="*/ 40846 w 183165"/>
                <a:gd name="connsiteY4" fmla="*/ -205 h 303657"/>
                <a:gd name="connsiteX5" fmla="*/ -111 w 183165"/>
                <a:gd name="connsiteY5" fmla="*/ -205 h 303657"/>
                <a:gd name="connsiteX6" fmla="*/ -111 w 183165"/>
                <a:gd name="connsiteY6" fmla="*/ 303452 h 303657"/>
                <a:gd name="connsiteX7" fmla="*/ 183055 w 183165"/>
                <a:gd name="connsiteY7" fmla="*/ 303452 h 303657"/>
                <a:gd name="connsiteX8" fmla="*/ 61039 w 183165"/>
                <a:gd name="connsiteY8" fmla="*/ 262400 h 303657"/>
                <a:gd name="connsiteX9" fmla="*/ 40846 w 183165"/>
                <a:gd name="connsiteY9" fmla="*/ 262400 h 303657"/>
                <a:gd name="connsiteX10" fmla="*/ 40846 w 183165"/>
                <a:gd name="connsiteY10" fmla="*/ 242207 h 303657"/>
                <a:gd name="connsiteX11" fmla="*/ 61039 w 183165"/>
                <a:gd name="connsiteY11" fmla="*/ 242207 h 303657"/>
                <a:gd name="connsiteX12" fmla="*/ 61039 w 183165"/>
                <a:gd name="connsiteY12" fmla="*/ 222014 h 303657"/>
                <a:gd name="connsiteX13" fmla="*/ 40846 w 183165"/>
                <a:gd name="connsiteY13" fmla="*/ 222014 h 303657"/>
                <a:gd name="connsiteX14" fmla="*/ 40846 w 183165"/>
                <a:gd name="connsiteY14" fmla="*/ 201821 h 303657"/>
                <a:gd name="connsiteX15" fmla="*/ 61039 w 183165"/>
                <a:gd name="connsiteY15" fmla="*/ 201821 h 303657"/>
                <a:gd name="connsiteX16" fmla="*/ 61039 w 183165"/>
                <a:gd name="connsiteY16" fmla="*/ 181628 h 303657"/>
                <a:gd name="connsiteX17" fmla="*/ 40846 w 183165"/>
                <a:gd name="connsiteY17" fmla="*/ 181628 h 303657"/>
                <a:gd name="connsiteX18" fmla="*/ 40846 w 183165"/>
                <a:gd name="connsiteY18" fmla="*/ 161435 h 303657"/>
                <a:gd name="connsiteX19" fmla="*/ 61039 w 183165"/>
                <a:gd name="connsiteY19" fmla="*/ 161435 h 303657"/>
                <a:gd name="connsiteX20" fmla="*/ 101425 w 183165"/>
                <a:gd name="connsiteY20" fmla="*/ 262400 h 303657"/>
                <a:gd name="connsiteX21" fmla="*/ 81232 w 183165"/>
                <a:gd name="connsiteY21" fmla="*/ 262400 h 303657"/>
                <a:gd name="connsiteX22" fmla="*/ 81232 w 183165"/>
                <a:gd name="connsiteY22" fmla="*/ 242207 h 303657"/>
                <a:gd name="connsiteX23" fmla="*/ 101425 w 183165"/>
                <a:gd name="connsiteY23" fmla="*/ 242207 h 303657"/>
                <a:gd name="connsiteX24" fmla="*/ 101425 w 183165"/>
                <a:gd name="connsiteY24" fmla="*/ 222014 h 303657"/>
                <a:gd name="connsiteX25" fmla="*/ 81232 w 183165"/>
                <a:gd name="connsiteY25" fmla="*/ 222014 h 303657"/>
                <a:gd name="connsiteX26" fmla="*/ 81232 w 183165"/>
                <a:gd name="connsiteY26" fmla="*/ 201821 h 303657"/>
                <a:gd name="connsiteX27" fmla="*/ 101425 w 183165"/>
                <a:gd name="connsiteY27" fmla="*/ 201821 h 303657"/>
                <a:gd name="connsiteX28" fmla="*/ 101425 w 183165"/>
                <a:gd name="connsiteY28" fmla="*/ 181628 h 303657"/>
                <a:gd name="connsiteX29" fmla="*/ 81232 w 183165"/>
                <a:gd name="connsiteY29" fmla="*/ 181628 h 303657"/>
                <a:gd name="connsiteX30" fmla="*/ 81232 w 183165"/>
                <a:gd name="connsiteY30" fmla="*/ 161435 h 303657"/>
                <a:gd name="connsiteX31" fmla="*/ 101425 w 183165"/>
                <a:gd name="connsiteY31" fmla="*/ 161435 h 303657"/>
                <a:gd name="connsiteX32" fmla="*/ 141812 w 183165"/>
                <a:gd name="connsiteY32" fmla="*/ 262400 h 303657"/>
                <a:gd name="connsiteX33" fmla="*/ 121619 w 183165"/>
                <a:gd name="connsiteY33" fmla="*/ 262400 h 303657"/>
                <a:gd name="connsiteX34" fmla="*/ 121619 w 183165"/>
                <a:gd name="connsiteY34" fmla="*/ 242207 h 303657"/>
                <a:gd name="connsiteX35" fmla="*/ 141812 w 183165"/>
                <a:gd name="connsiteY35" fmla="*/ 242207 h 303657"/>
                <a:gd name="connsiteX36" fmla="*/ 141812 w 183165"/>
                <a:gd name="connsiteY36" fmla="*/ 222014 h 303657"/>
                <a:gd name="connsiteX37" fmla="*/ 121619 w 183165"/>
                <a:gd name="connsiteY37" fmla="*/ 222014 h 303657"/>
                <a:gd name="connsiteX38" fmla="*/ 121619 w 183165"/>
                <a:gd name="connsiteY38" fmla="*/ 201821 h 303657"/>
                <a:gd name="connsiteX39" fmla="*/ 141812 w 183165"/>
                <a:gd name="connsiteY39" fmla="*/ 201821 h 303657"/>
                <a:gd name="connsiteX40" fmla="*/ 141812 w 183165"/>
                <a:gd name="connsiteY40" fmla="*/ 181628 h 303657"/>
                <a:gd name="connsiteX41" fmla="*/ 121619 w 183165"/>
                <a:gd name="connsiteY41" fmla="*/ 181628 h 303657"/>
                <a:gd name="connsiteX42" fmla="*/ 121619 w 183165"/>
                <a:gd name="connsiteY42" fmla="*/ 161435 h 303657"/>
                <a:gd name="connsiteX43" fmla="*/ 141812 w 183165"/>
                <a:gd name="connsiteY43" fmla="*/ 161435 h 303657"/>
                <a:gd name="connsiteX44" fmla="*/ 141812 w 183165"/>
                <a:gd name="connsiteY44" fmla="*/ 141146 h 303657"/>
                <a:gd name="connsiteX45" fmla="*/ 40846 w 183165"/>
                <a:gd name="connsiteY45" fmla="*/ 141146 h 303657"/>
                <a:gd name="connsiteX46" fmla="*/ 40846 w 183165"/>
                <a:gd name="connsiteY46" fmla="*/ 80568 h 303657"/>
                <a:gd name="connsiteX47" fmla="*/ 141812 w 183165"/>
                <a:gd name="connsiteY47" fmla="*/ 80568 h 30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83165" h="303657">
                  <a:moveTo>
                    <a:pt x="182865" y="-205"/>
                  </a:moveTo>
                  <a:lnTo>
                    <a:pt x="141812" y="-205"/>
                  </a:lnTo>
                  <a:lnTo>
                    <a:pt x="141812" y="60375"/>
                  </a:lnTo>
                  <a:lnTo>
                    <a:pt x="40846" y="60375"/>
                  </a:lnTo>
                  <a:lnTo>
                    <a:pt x="40846" y="-205"/>
                  </a:lnTo>
                  <a:lnTo>
                    <a:pt x="-111" y="-205"/>
                  </a:lnTo>
                  <a:lnTo>
                    <a:pt x="-111" y="303452"/>
                  </a:lnTo>
                  <a:lnTo>
                    <a:pt x="183055" y="303452"/>
                  </a:lnTo>
                  <a:close/>
                  <a:moveTo>
                    <a:pt x="61039" y="262400"/>
                  </a:moveTo>
                  <a:lnTo>
                    <a:pt x="40846" y="262400"/>
                  </a:lnTo>
                  <a:lnTo>
                    <a:pt x="40846" y="242207"/>
                  </a:lnTo>
                  <a:lnTo>
                    <a:pt x="61039" y="242207"/>
                  </a:lnTo>
                  <a:close/>
                  <a:moveTo>
                    <a:pt x="61039" y="222014"/>
                  </a:moveTo>
                  <a:lnTo>
                    <a:pt x="40846" y="222014"/>
                  </a:lnTo>
                  <a:lnTo>
                    <a:pt x="40846" y="201821"/>
                  </a:lnTo>
                  <a:lnTo>
                    <a:pt x="61039" y="201821"/>
                  </a:lnTo>
                  <a:close/>
                  <a:moveTo>
                    <a:pt x="61039" y="181628"/>
                  </a:moveTo>
                  <a:lnTo>
                    <a:pt x="40846" y="181628"/>
                  </a:lnTo>
                  <a:lnTo>
                    <a:pt x="40846" y="161435"/>
                  </a:lnTo>
                  <a:lnTo>
                    <a:pt x="61039" y="161435"/>
                  </a:lnTo>
                  <a:close/>
                  <a:moveTo>
                    <a:pt x="101425" y="262400"/>
                  </a:moveTo>
                  <a:lnTo>
                    <a:pt x="81232" y="262400"/>
                  </a:lnTo>
                  <a:lnTo>
                    <a:pt x="81232" y="242207"/>
                  </a:lnTo>
                  <a:lnTo>
                    <a:pt x="101425" y="242207"/>
                  </a:lnTo>
                  <a:close/>
                  <a:moveTo>
                    <a:pt x="101425" y="222014"/>
                  </a:moveTo>
                  <a:lnTo>
                    <a:pt x="81232" y="222014"/>
                  </a:lnTo>
                  <a:lnTo>
                    <a:pt x="81232" y="201821"/>
                  </a:lnTo>
                  <a:lnTo>
                    <a:pt x="101425" y="201821"/>
                  </a:lnTo>
                  <a:close/>
                  <a:moveTo>
                    <a:pt x="101425" y="181628"/>
                  </a:moveTo>
                  <a:lnTo>
                    <a:pt x="81232" y="181628"/>
                  </a:lnTo>
                  <a:lnTo>
                    <a:pt x="81232" y="161435"/>
                  </a:lnTo>
                  <a:lnTo>
                    <a:pt x="101425" y="161435"/>
                  </a:lnTo>
                  <a:close/>
                  <a:moveTo>
                    <a:pt x="141812" y="262400"/>
                  </a:moveTo>
                  <a:lnTo>
                    <a:pt x="121619" y="262400"/>
                  </a:lnTo>
                  <a:lnTo>
                    <a:pt x="121619" y="242207"/>
                  </a:lnTo>
                  <a:lnTo>
                    <a:pt x="141812" y="242207"/>
                  </a:lnTo>
                  <a:close/>
                  <a:moveTo>
                    <a:pt x="141812" y="222014"/>
                  </a:moveTo>
                  <a:lnTo>
                    <a:pt x="121619" y="222014"/>
                  </a:lnTo>
                  <a:lnTo>
                    <a:pt x="121619" y="201821"/>
                  </a:lnTo>
                  <a:lnTo>
                    <a:pt x="141812" y="201821"/>
                  </a:lnTo>
                  <a:close/>
                  <a:moveTo>
                    <a:pt x="141812" y="181628"/>
                  </a:moveTo>
                  <a:lnTo>
                    <a:pt x="121619" y="181628"/>
                  </a:lnTo>
                  <a:lnTo>
                    <a:pt x="121619" y="161435"/>
                  </a:lnTo>
                  <a:lnTo>
                    <a:pt x="141812" y="161435"/>
                  </a:lnTo>
                  <a:close/>
                  <a:moveTo>
                    <a:pt x="141812" y="141146"/>
                  </a:moveTo>
                  <a:lnTo>
                    <a:pt x="40846" y="141146"/>
                  </a:lnTo>
                  <a:lnTo>
                    <a:pt x="40846" y="80568"/>
                  </a:lnTo>
                  <a:lnTo>
                    <a:pt x="141812" y="8056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>
                <a:solidFill>
                  <a:schemeClr val="accent3"/>
                </a:solidFill>
              </a:endParaRPr>
            </a:p>
          </p:txBody>
        </p:sp>
        <p:sp>
          <p:nvSpPr>
            <p:cNvPr id="11" name="Forma libre: forma 208">
              <a:extLst>
                <a:ext uri="{FF2B5EF4-FFF2-40B4-BE49-F238E27FC236}">
                  <a16:creationId xmlns:a16="http://schemas.microsoft.com/office/drawing/2014/main" id="{17C5D107-3A3E-6C63-44DF-E5CF8F77AE76}"/>
                </a:ext>
              </a:extLst>
            </p:cNvPr>
            <p:cNvSpPr/>
            <p:nvPr/>
          </p:nvSpPr>
          <p:spPr>
            <a:xfrm>
              <a:off x="5794628" y="2034254"/>
              <a:ext cx="20384" cy="20384"/>
            </a:xfrm>
            <a:custGeom>
              <a:avLst/>
              <a:gdLst>
                <a:gd name="connsiteX0" fmla="*/ 9986 w 20384"/>
                <a:gd name="connsiteY0" fmla="*/ 20179 h 20384"/>
                <a:gd name="connsiteX1" fmla="*/ 20273 w 20384"/>
                <a:gd name="connsiteY1" fmla="*/ 10083 h 20384"/>
                <a:gd name="connsiteX2" fmla="*/ 10176 w 20384"/>
                <a:gd name="connsiteY2" fmla="*/ -204 h 20384"/>
                <a:gd name="connsiteX3" fmla="*/ -111 w 20384"/>
                <a:gd name="connsiteY3" fmla="*/ 9892 h 20384"/>
                <a:gd name="connsiteX4" fmla="*/ -111 w 20384"/>
                <a:gd name="connsiteY4" fmla="*/ 10083 h 20384"/>
                <a:gd name="connsiteX5" fmla="*/ 9986 w 20384"/>
                <a:gd name="connsiteY5" fmla="*/ 20179 h 20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4" h="20384">
                  <a:moveTo>
                    <a:pt x="9986" y="20179"/>
                  </a:moveTo>
                  <a:cubicBezTo>
                    <a:pt x="15615" y="20227"/>
                    <a:pt x="20215" y="15712"/>
                    <a:pt x="20273" y="10083"/>
                  </a:cubicBezTo>
                  <a:cubicBezTo>
                    <a:pt x="20320" y="4453"/>
                    <a:pt x="15806" y="-147"/>
                    <a:pt x="10176" y="-204"/>
                  </a:cubicBezTo>
                  <a:cubicBezTo>
                    <a:pt x="4547" y="-252"/>
                    <a:pt x="-54" y="4263"/>
                    <a:pt x="-111" y="9892"/>
                  </a:cubicBezTo>
                  <a:cubicBezTo>
                    <a:pt x="-111" y="9959"/>
                    <a:pt x="-111" y="10016"/>
                    <a:pt x="-111" y="10083"/>
                  </a:cubicBezTo>
                  <a:cubicBezTo>
                    <a:pt x="-63" y="15636"/>
                    <a:pt x="4432" y="20131"/>
                    <a:pt x="9986" y="201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>
                <a:solidFill>
                  <a:schemeClr val="accent3"/>
                </a:solidFill>
              </a:endParaRPr>
            </a:p>
          </p:txBody>
        </p:sp>
        <p:sp>
          <p:nvSpPr>
            <p:cNvPr id="12" name="Forma libre: forma 209">
              <a:extLst>
                <a:ext uri="{FF2B5EF4-FFF2-40B4-BE49-F238E27FC236}">
                  <a16:creationId xmlns:a16="http://schemas.microsoft.com/office/drawing/2014/main" id="{FC72051A-EA23-C7C9-5600-8ABF63F396B8}"/>
                </a:ext>
              </a:extLst>
            </p:cNvPr>
            <p:cNvSpPr/>
            <p:nvPr/>
          </p:nvSpPr>
          <p:spPr>
            <a:xfrm>
              <a:off x="5754147" y="2034254"/>
              <a:ext cx="20384" cy="20384"/>
            </a:xfrm>
            <a:custGeom>
              <a:avLst/>
              <a:gdLst>
                <a:gd name="connsiteX0" fmla="*/ 9986 w 20384"/>
                <a:gd name="connsiteY0" fmla="*/ 20179 h 20384"/>
                <a:gd name="connsiteX1" fmla="*/ 20273 w 20384"/>
                <a:gd name="connsiteY1" fmla="*/ 10083 h 20384"/>
                <a:gd name="connsiteX2" fmla="*/ 10176 w 20384"/>
                <a:gd name="connsiteY2" fmla="*/ -204 h 20384"/>
                <a:gd name="connsiteX3" fmla="*/ -111 w 20384"/>
                <a:gd name="connsiteY3" fmla="*/ 9892 h 20384"/>
                <a:gd name="connsiteX4" fmla="*/ -111 w 20384"/>
                <a:gd name="connsiteY4" fmla="*/ 10083 h 20384"/>
                <a:gd name="connsiteX5" fmla="*/ 9986 w 20384"/>
                <a:gd name="connsiteY5" fmla="*/ 20179 h 20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4" h="20384">
                  <a:moveTo>
                    <a:pt x="9986" y="20179"/>
                  </a:moveTo>
                  <a:cubicBezTo>
                    <a:pt x="15615" y="20227"/>
                    <a:pt x="20215" y="15712"/>
                    <a:pt x="20273" y="10083"/>
                  </a:cubicBezTo>
                  <a:cubicBezTo>
                    <a:pt x="20320" y="4453"/>
                    <a:pt x="15806" y="-147"/>
                    <a:pt x="10176" y="-204"/>
                  </a:cubicBezTo>
                  <a:cubicBezTo>
                    <a:pt x="4547" y="-252"/>
                    <a:pt x="-54" y="4263"/>
                    <a:pt x="-111" y="9892"/>
                  </a:cubicBezTo>
                  <a:cubicBezTo>
                    <a:pt x="-111" y="9959"/>
                    <a:pt x="-111" y="10016"/>
                    <a:pt x="-111" y="10083"/>
                  </a:cubicBezTo>
                  <a:cubicBezTo>
                    <a:pt x="-63" y="15636"/>
                    <a:pt x="4432" y="20131"/>
                    <a:pt x="9986" y="201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>
                <a:solidFill>
                  <a:schemeClr val="accent3"/>
                </a:solidFill>
              </a:endParaRPr>
            </a:p>
          </p:txBody>
        </p:sp>
        <p:sp>
          <p:nvSpPr>
            <p:cNvPr id="13" name="Forma libre: forma 210">
              <a:extLst>
                <a:ext uri="{FF2B5EF4-FFF2-40B4-BE49-F238E27FC236}">
                  <a16:creationId xmlns:a16="http://schemas.microsoft.com/office/drawing/2014/main" id="{D2B1F53D-883A-7BCB-9701-4DC54A42E91F}"/>
                </a:ext>
              </a:extLst>
            </p:cNvPr>
            <p:cNvSpPr/>
            <p:nvPr/>
          </p:nvSpPr>
          <p:spPr>
            <a:xfrm>
              <a:off x="5713761" y="1983867"/>
              <a:ext cx="141446" cy="121253"/>
            </a:xfrm>
            <a:custGeom>
              <a:avLst/>
              <a:gdLst>
                <a:gd name="connsiteX0" fmla="*/ -111 w 141446"/>
                <a:gd name="connsiteY0" fmla="*/ 121048 h 121253"/>
                <a:gd name="connsiteX1" fmla="*/ 141335 w 141446"/>
                <a:gd name="connsiteY1" fmla="*/ 121048 h 121253"/>
                <a:gd name="connsiteX2" fmla="*/ 141335 w 141446"/>
                <a:gd name="connsiteY2" fmla="*/ -205 h 121253"/>
                <a:gd name="connsiteX3" fmla="*/ -111 w 141446"/>
                <a:gd name="connsiteY3" fmla="*/ -205 h 121253"/>
                <a:gd name="connsiteX4" fmla="*/ 50371 w 141446"/>
                <a:gd name="connsiteY4" fmla="*/ 30085 h 121253"/>
                <a:gd name="connsiteX5" fmla="*/ 70660 w 141446"/>
                <a:gd name="connsiteY5" fmla="*/ 37991 h 121253"/>
                <a:gd name="connsiteX6" fmla="*/ 90853 w 141446"/>
                <a:gd name="connsiteY6" fmla="*/ 30085 h 121253"/>
                <a:gd name="connsiteX7" fmla="*/ 119485 w 141446"/>
                <a:gd name="connsiteY7" fmla="*/ 62127 h 121253"/>
                <a:gd name="connsiteX8" fmla="*/ 90853 w 141446"/>
                <a:gd name="connsiteY8" fmla="*/ 90759 h 121253"/>
                <a:gd name="connsiteX9" fmla="*/ 70660 w 141446"/>
                <a:gd name="connsiteY9" fmla="*/ 82853 h 121253"/>
                <a:gd name="connsiteX10" fmla="*/ 27883 w 141446"/>
                <a:gd name="connsiteY10" fmla="*/ 80672 h 121253"/>
                <a:gd name="connsiteX11" fmla="*/ 30055 w 141446"/>
                <a:gd name="connsiteY11" fmla="*/ 37895 h 121253"/>
                <a:gd name="connsiteX12" fmla="*/ 50371 w 141446"/>
                <a:gd name="connsiteY12" fmla="*/ 30085 h 121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1446" h="121253">
                  <a:moveTo>
                    <a:pt x="-111" y="121048"/>
                  </a:moveTo>
                  <a:lnTo>
                    <a:pt x="141335" y="121048"/>
                  </a:lnTo>
                  <a:lnTo>
                    <a:pt x="141335" y="-205"/>
                  </a:lnTo>
                  <a:lnTo>
                    <a:pt x="-111" y="-205"/>
                  </a:lnTo>
                  <a:close/>
                  <a:moveTo>
                    <a:pt x="50371" y="30085"/>
                  </a:moveTo>
                  <a:cubicBezTo>
                    <a:pt x="57877" y="30113"/>
                    <a:pt x="65107" y="32933"/>
                    <a:pt x="70660" y="37991"/>
                  </a:cubicBezTo>
                  <a:cubicBezTo>
                    <a:pt x="76165" y="32923"/>
                    <a:pt x="83366" y="30104"/>
                    <a:pt x="90853" y="30085"/>
                  </a:cubicBezTo>
                  <a:cubicBezTo>
                    <a:pt x="107607" y="31028"/>
                    <a:pt x="120428" y="45373"/>
                    <a:pt x="119485" y="62127"/>
                  </a:cubicBezTo>
                  <a:cubicBezTo>
                    <a:pt x="118628" y="77567"/>
                    <a:pt x="106292" y="89892"/>
                    <a:pt x="90853" y="90759"/>
                  </a:cubicBezTo>
                  <a:cubicBezTo>
                    <a:pt x="83366" y="90740"/>
                    <a:pt x="76165" y="87921"/>
                    <a:pt x="70660" y="82853"/>
                  </a:cubicBezTo>
                  <a:cubicBezTo>
                    <a:pt x="58248" y="94064"/>
                    <a:pt x="39094" y="93093"/>
                    <a:pt x="27883" y="80672"/>
                  </a:cubicBezTo>
                  <a:cubicBezTo>
                    <a:pt x="16662" y="68261"/>
                    <a:pt x="17643" y="49106"/>
                    <a:pt x="30055" y="37895"/>
                  </a:cubicBezTo>
                  <a:cubicBezTo>
                    <a:pt x="35626" y="32866"/>
                    <a:pt x="42865" y="30085"/>
                    <a:pt x="50371" y="300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>
                <a:solidFill>
                  <a:schemeClr val="accent3"/>
                </a:solidFill>
              </a:endParaRPr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104371A8-90D9-8E5E-130D-2D4CDB55757E}"/>
              </a:ext>
            </a:extLst>
          </p:cNvPr>
          <p:cNvSpPr txBox="1">
            <a:spLocks/>
          </p:cNvSpPr>
          <p:nvPr/>
        </p:nvSpPr>
        <p:spPr>
          <a:xfrm>
            <a:off x="1001316" y="2114794"/>
            <a:ext cx="5726906" cy="6654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Avenir Next LT Pro Light" panose="020B0304020202020204" pitchFamily="34" charset="0"/>
              </a:rPr>
              <a:t>used mainly in supermarkets, department or convenience stores</a:t>
            </a:r>
          </a:p>
        </p:txBody>
      </p:sp>
      <p:pic>
        <p:nvPicPr>
          <p:cNvPr id="3076" name="Picture 4" descr="Self-Checkout Terminals - Advantech">
            <a:extLst>
              <a:ext uri="{FF2B5EF4-FFF2-40B4-BE49-F238E27FC236}">
                <a16:creationId xmlns:a16="http://schemas.microsoft.com/office/drawing/2014/main" id="{7F589A30-8D59-8656-F709-F3715DB28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006" y="3166963"/>
            <a:ext cx="9194006" cy="2288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977F7D0-CA4F-EF82-5385-4B9BD9EBE9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413" b="90000" l="10000" r="90000">
                        <a14:foregroundMark x1="32065" y1="9457" x2="44348" y2="6413"/>
                        <a14:foregroundMark x1="44348" y1="6413" x2="54022" y2="9348"/>
                        <a14:foregroundMark x1="54022" y1="9348" x2="54022" y2="9348"/>
                        <a14:foregroundMark x1="38043" y1="7065" x2="36957" y2="6413"/>
                        <a14:foregroundMark x1="55978" y1="32826" x2="65543" y2="29022"/>
                        <a14:foregroundMark x1="65543" y1="29022" x2="67761" y2="31451"/>
                        <a14:foregroundMark x1="29457" y1="74022" x2="40109" y2="69239"/>
                        <a14:foregroundMark x1="40109" y1="69239" x2="31522" y2="78261"/>
                        <a14:foregroundMark x1="31522" y1="78261" x2="31848" y2="72935"/>
                        <a14:foregroundMark x1="30870" y1="76957" x2="32065" y2="78587"/>
                        <a14:foregroundMark x1="67609" y1="30543" x2="67954" y2="31378"/>
                        <a14:foregroundMark x1="67391" y1="30435" x2="67825" y2="31427"/>
                        <a14:foregroundMark x1="66522" y1="30109" x2="66957" y2="30435"/>
                        <a14:foregroundMark x1="67609" y1="30870" x2="67911" y2="31395"/>
                        <a14:foregroundMark x1="54674" y1="84457" x2="56848" y2="85652"/>
                        <a14:foregroundMark x1="54674" y1="85109" x2="59891" y2="87500"/>
                        <a14:foregroundMark x1="67500" y1="30543" x2="67905" y2="31397"/>
                        <a14:foregroundMark x1="73478" y1="52391" x2="75326" y2="55543"/>
                        <a14:foregroundMark x1="74022" y1="53478" x2="75543" y2="54565"/>
                        <a14:foregroundMark x1="67174" y1="31630" x2="68478" y2="32826"/>
                        <a14:foregroundMark x1="68478" y1="32500" x2="68370" y2="31957"/>
                        <a14:foregroundMark x1="67500" y1="30652" x2="67500" y2="30652"/>
                        <a14:foregroundMark x1="67500" y1="30652" x2="67500" y2="30652"/>
                        <a14:foregroundMark x1="67500" y1="29891" x2="69022" y2="33913"/>
                        <a14:foregroundMark x1="67935" y1="31848" x2="68587" y2="31957"/>
                        <a14:foregroundMark x1="68152" y1="31304" x2="68478" y2="31630"/>
                        <a14:backgroundMark x1="69612" y1="34489" x2="69674" y2="35543"/>
                        <a14:backgroundMark x1="63043" y1="79348" x2="63043" y2="79674"/>
                        <a14:backgroundMark x1="63043" y1="80000" x2="62500" y2="86522"/>
                        <a14:backgroundMark x1="58367" y1="89238" x2="54130" y2="88696"/>
                        <a14:backgroundMark x1="63478" y1="89891" x2="58368" y2="89238"/>
                        <a14:backgroundMark x1="54130" y1="88696" x2="53696" y2="88696"/>
                        <a14:backgroundMark x1="63478" y1="79348" x2="62935" y2="80000"/>
                        <a14:backgroundMark x1="63043" y1="79891" x2="63370" y2="78587"/>
                        <a14:backgroundMark x1="70034" y1="33547" x2="70435" y2="3456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825" y="445841"/>
            <a:ext cx="2247330" cy="224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55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1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95792E-BEB6-420E-8DA4-EB674E429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324" y="972507"/>
            <a:ext cx="3989438" cy="203040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scan, bag, and pay </a:t>
            </a:r>
            <a:r>
              <a:rPr lang="en-US" dirty="0">
                <a:latin typeface="Avenir Next LT Pro Light" panose="020B0304020202020204" pitchFamily="34" charset="0"/>
              </a:rPr>
              <a:t>for their products </a:t>
            </a:r>
            <a:r>
              <a:rPr lang="en-US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without</a:t>
            </a:r>
            <a:r>
              <a:rPr lang="en-US" dirty="0">
                <a:latin typeface="Avenir Next LT Pro Light" panose="020B0304020202020204" pitchFamily="34" charset="0"/>
              </a:rPr>
              <a:t> the assistance of a </a:t>
            </a:r>
            <a:r>
              <a:rPr lang="en-US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cashier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no longer need to wait </a:t>
            </a:r>
            <a:r>
              <a:rPr lang="en-US" dirty="0">
                <a:latin typeface="Avenir Next LT Pro Light" panose="020B0304020202020204" pitchFamily="34" charset="0"/>
              </a:rPr>
              <a:t>in line to pay for their products especially for those who </a:t>
            </a:r>
            <a:r>
              <a:rPr lang="en-US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only</a:t>
            </a:r>
            <a:r>
              <a:rPr lang="en-US" dirty="0">
                <a:latin typeface="Avenir Next LT Pro Light" panose="020B0304020202020204" pitchFamily="34" charset="0"/>
              </a:rPr>
              <a:t> want to </a:t>
            </a:r>
            <a:r>
              <a:rPr lang="en-US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buy a few things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venir Next LT Pro Light" panose="020B0304020202020204" pitchFamily="34" charset="0"/>
              </a:rPr>
              <a:t>can use </a:t>
            </a:r>
            <a:r>
              <a:rPr lang="en-US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majority</a:t>
            </a:r>
            <a:r>
              <a:rPr lang="en-US" dirty="0">
                <a:latin typeface="Avenir Next LT Pro Light" panose="020B0304020202020204" pitchFamily="34" charset="0"/>
              </a:rPr>
              <a:t> of </a:t>
            </a:r>
            <a:r>
              <a:rPr lang="en-US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payment methods</a:t>
            </a:r>
            <a:r>
              <a:rPr lang="en-US" dirty="0">
                <a:latin typeface="Avenir Next LT Pro Light" panose="020B0304020202020204" pitchFamily="34" charset="0"/>
              </a:rPr>
              <a:t>, such as credit cards and E-Wallet, which can be </a:t>
            </a:r>
            <a:r>
              <a:rPr lang="en-US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completed in a matter of seconds </a:t>
            </a:r>
            <a:r>
              <a:rPr lang="en-US" dirty="0">
                <a:latin typeface="Avenir Next LT Pro Light" panose="020B0304020202020204" pitchFamily="34" charset="0"/>
              </a:rPr>
              <a:t>using this technology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53A5D8-3B98-4BE7-8334-478BB8EE0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228" y="380690"/>
            <a:ext cx="2271010" cy="675708"/>
          </a:xfrm>
        </p:spPr>
        <p:txBody>
          <a:bodyPr>
            <a:normAutofit fontScale="90000"/>
          </a:bodyPr>
          <a:lstStyle/>
          <a:p>
            <a:r>
              <a:rPr lang="es-ES" altLang="zh-CN" dirty="0">
                <a:latin typeface="Algerian" panose="04020705040A02060702" pitchFamily="82" charset="0"/>
              </a:rPr>
              <a:t>C</a:t>
            </a:r>
            <a:r>
              <a:rPr lang="en-US" altLang="zh-CN" dirty="0" err="1">
                <a:latin typeface="Algerian" panose="04020705040A02060702" pitchFamily="82" charset="0"/>
              </a:rPr>
              <a:t>ustomer</a:t>
            </a:r>
            <a:endParaRPr lang="en-US" dirty="0">
              <a:latin typeface="Algerian" panose="04020705040A02060702" pitchFamily="8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FC324D-62D7-11FA-BF37-8246AB1D2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133" y="982674"/>
            <a:ext cx="2680242" cy="1779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8141E4BC-88ED-A75A-956B-DA745267A1F5}"/>
              </a:ext>
            </a:extLst>
          </p:cNvPr>
          <p:cNvSpPr txBox="1">
            <a:spLocks/>
          </p:cNvSpPr>
          <p:nvPr/>
        </p:nvSpPr>
        <p:spPr>
          <a:xfrm>
            <a:off x="4907916" y="2767261"/>
            <a:ext cx="2657750" cy="662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lgerian" panose="04020705040A02060702" pitchFamily="82" charset="0"/>
              </a:rPr>
              <a:t>M</a:t>
            </a:r>
            <a:r>
              <a:rPr lang="en-US" altLang="zh-CN" dirty="0">
                <a:latin typeface="Algerian" panose="04020705040A02060702" pitchFamily="82" charset="0"/>
              </a:rPr>
              <a:t>anagement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9F3E3C0D-AD7F-885E-ED3F-65BAF9C2A106}"/>
              </a:ext>
            </a:extLst>
          </p:cNvPr>
          <p:cNvSpPr txBox="1">
            <a:spLocks/>
          </p:cNvSpPr>
          <p:nvPr/>
        </p:nvSpPr>
        <p:spPr>
          <a:xfrm>
            <a:off x="4594762" y="3323667"/>
            <a:ext cx="3989438" cy="1694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Plus Jakarta Sans" pitchFamily="2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Plus Jakarta Sans" pitchFamily="2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Plus Jakarta Sans" pitchFamily="2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Plus Jakarta Sans" pitchFamily="2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Plus Jakarta Sans" pitchFamily="2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 Light" panose="020B0304020202020204" pitchFamily="34" charset="0"/>
              </a:rPr>
              <a:t>can </a:t>
            </a:r>
            <a:r>
              <a:rPr lang="en-US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reduce</a:t>
            </a:r>
            <a:r>
              <a:rPr lang="en-US" dirty="0">
                <a:latin typeface="Avenir Next LT Pro Light" panose="020B0304020202020204" pitchFamily="34" charset="0"/>
              </a:rPr>
              <a:t> part of the store's </a:t>
            </a:r>
            <a:r>
              <a:rPr lang="en-US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cost</a:t>
            </a:r>
            <a:r>
              <a:rPr lang="en-US" dirty="0">
                <a:latin typeface="Avenir Next LT Pro Light" panose="020B0304020202020204" pitchFamily="34" charset="0"/>
              </a:rPr>
              <a:t> of hiring cashiers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save</a:t>
            </a:r>
            <a:r>
              <a:rPr lang="en-US" dirty="0">
                <a:latin typeface="Avenir Next LT Pro Light" panose="020B0304020202020204" pitchFamily="34" charset="0"/>
              </a:rPr>
              <a:t> a sum of </a:t>
            </a:r>
            <a:r>
              <a:rPr lang="en-US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money</a:t>
            </a:r>
            <a:r>
              <a:rPr lang="en-US" dirty="0">
                <a:latin typeface="Avenir Next LT Pro Light" panose="020B0304020202020204" pitchFamily="34" charset="0"/>
              </a:rPr>
              <a:t> to </a:t>
            </a:r>
            <a:r>
              <a:rPr lang="en-US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improve</a:t>
            </a:r>
            <a:r>
              <a:rPr lang="en-US" dirty="0">
                <a:latin typeface="Avenir Next LT Pro Light" panose="020B0304020202020204" pitchFamily="34" charset="0"/>
              </a:rPr>
              <a:t> the </a:t>
            </a:r>
            <a:r>
              <a:rPr lang="en-US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shopping environment</a:t>
            </a:r>
            <a:r>
              <a:rPr lang="en-US" dirty="0">
                <a:latin typeface="Avenir Next LT Pro Light" panose="020B0304020202020204" pitchFamily="34" charset="0"/>
              </a:rPr>
              <a:t> for customers in the store, and </a:t>
            </a:r>
            <a:r>
              <a:rPr lang="en-US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attract and retain </a:t>
            </a:r>
            <a:r>
              <a:rPr lang="en-US" dirty="0">
                <a:latin typeface="Avenir Next LT Pro Light" panose="020B0304020202020204" pitchFamily="34" charset="0"/>
              </a:rPr>
              <a:t>more customers.</a:t>
            </a:r>
          </a:p>
        </p:txBody>
      </p:sp>
      <p:pic>
        <p:nvPicPr>
          <p:cNvPr id="1030" name="Picture 6" descr="Your 7-step checklist for conducting data quality checks | Outsource  Accelerator">
            <a:extLst>
              <a:ext uri="{FF2B5EF4-FFF2-40B4-BE49-F238E27FC236}">
                <a16:creationId xmlns:a16="http://schemas.microsoft.com/office/drawing/2014/main" id="{B16E5D1B-EC31-4E0E-277D-B74781F73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98" y="3002915"/>
            <a:ext cx="2878384" cy="1619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7886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4" grpId="0"/>
      <p:bldP spid="2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DB0ED-8A0E-9E85-8594-740D24743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1944097"/>
            <a:ext cx="7696200" cy="2063547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Algerian" panose="04020705040A02060702" pitchFamily="82" charset="0"/>
              </a:rPr>
              <a:t>Synopsis</a:t>
            </a:r>
            <a:r>
              <a:rPr lang="en-US" dirty="0">
                <a:latin typeface="Algerian" panose="04020705040A02060702" pitchFamily="82" charset="0"/>
              </a:rPr>
              <a:t> </a:t>
            </a:r>
            <a:br>
              <a:rPr lang="en-US" dirty="0">
                <a:latin typeface="Algerian" panose="04020705040A02060702" pitchFamily="82" charset="0"/>
              </a:rPr>
            </a:br>
            <a:r>
              <a:rPr lang="en-US" dirty="0">
                <a:latin typeface="Algerian" panose="04020705040A02060702" pitchFamily="82" charset="0"/>
              </a:rPr>
              <a:t>and </a:t>
            </a:r>
            <a:br>
              <a:rPr lang="en-US" dirty="0">
                <a:latin typeface="Algerian" panose="04020705040A02060702" pitchFamily="82" charset="0"/>
              </a:rPr>
            </a:br>
            <a:r>
              <a:rPr lang="en-US" dirty="0">
                <a:solidFill>
                  <a:schemeClr val="accent1"/>
                </a:solidFill>
                <a:latin typeface="Algerian" panose="04020705040A02060702" pitchFamily="82" charset="0"/>
              </a:rPr>
              <a:t>General Idea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E86DB-D73E-5DD9-9BE5-1C3B516E37D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07349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2C1D17-1F5B-1D73-1573-3145BE6A5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2461" y="1364612"/>
            <a:ext cx="2771770" cy="987021"/>
          </a:xfrm>
        </p:spPr>
        <p:txBody>
          <a:bodyPr/>
          <a:lstStyle/>
          <a:p>
            <a:pPr algn="just"/>
            <a:r>
              <a:rPr lang="en-US" sz="1800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Print a receipt </a:t>
            </a:r>
            <a:r>
              <a:rPr lang="en-US" sz="1800" dirty="0">
                <a:latin typeface="Avenir Next LT Pro Light" panose="020B0304020202020204" pitchFamily="34" charset="0"/>
              </a:rPr>
              <a:t>listing the </a:t>
            </a:r>
            <a:r>
              <a:rPr lang="en-US" sz="1800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list and quantity </a:t>
            </a:r>
            <a:r>
              <a:rPr lang="en-US" sz="1800" dirty="0">
                <a:latin typeface="Avenir Next LT Pro Light" panose="020B0304020202020204" pitchFamily="34" charset="0"/>
              </a:rPr>
              <a:t>of all items purchased by the customer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A8D33-57BC-0938-F94B-041A79B01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87660" y="1531644"/>
            <a:ext cx="2771770" cy="987023"/>
          </a:xfrm>
        </p:spPr>
        <p:txBody>
          <a:bodyPr/>
          <a:lstStyle/>
          <a:p>
            <a:pPr algn="just"/>
            <a:r>
              <a:rPr lang="en-US" sz="1800" dirty="0">
                <a:latin typeface="Avenir Next LT Pro Light" panose="020B0304020202020204" pitchFamily="34" charset="0"/>
              </a:rPr>
              <a:t>List the </a:t>
            </a:r>
            <a:r>
              <a:rPr lang="en-US" sz="1800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total price </a:t>
            </a:r>
            <a:r>
              <a:rPr lang="en-US" sz="1800" dirty="0">
                <a:latin typeface="Avenir Next LT Pro Light" panose="020B0304020202020204" pitchFamily="34" charset="0"/>
              </a:rPr>
              <a:t>of all items and the </a:t>
            </a:r>
            <a:r>
              <a:rPr lang="en-US" sz="1800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tax paid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B315D9-47A4-F9CA-FBE7-37E04FA74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015" y="554964"/>
            <a:ext cx="7696200" cy="715566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Customer</a:t>
            </a:r>
          </a:p>
        </p:txBody>
      </p:sp>
      <p:cxnSp>
        <p:nvCxnSpPr>
          <p:cNvPr id="11" name="Conector recto 42">
            <a:extLst>
              <a:ext uri="{FF2B5EF4-FFF2-40B4-BE49-F238E27FC236}">
                <a16:creationId xmlns:a16="http://schemas.microsoft.com/office/drawing/2014/main" id="{B19E7951-BFE3-2314-7B72-4612C527EBFE}"/>
              </a:ext>
            </a:extLst>
          </p:cNvPr>
          <p:cNvCxnSpPr>
            <a:cxnSpLocks/>
          </p:cNvCxnSpPr>
          <p:nvPr/>
        </p:nvCxnSpPr>
        <p:spPr>
          <a:xfrm>
            <a:off x="1095702" y="2931576"/>
            <a:ext cx="707682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" name="Conector recto 42">
            <a:extLst>
              <a:ext uri="{FF2B5EF4-FFF2-40B4-BE49-F238E27FC236}">
                <a16:creationId xmlns:a16="http://schemas.microsoft.com/office/drawing/2014/main" id="{BEE3E6A8-4B3C-F16E-9A22-CA12B2A40578}"/>
              </a:ext>
            </a:extLst>
          </p:cNvPr>
          <p:cNvCxnSpPr>
            <a:cxnSpLocks/>
          </p:cNvCxnSpPr>
          <p:nvPr/>
        </p:nvCxnSpPr>
        <p:spPr>
          <a:xfrm>
            <a:off x="4572000" y="1496390"/>
            <a:ext cx="0" cy="289701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E14008C5-BBEE-0E44-50E3-3C1B3CE6DFF7}"/>
              </a:ext>
            </a:extLst>
          </p:cNvPr>
          <p:cNvSpPr txBox="1">
            <a:spLocks/>
          </p:cNvSpPr>
          <p:nvPr/>
        </p:nvSpPr>
        <p:spPr>
          <a:xfrm>
            <a:off x="5479770" y="3352804"/>
            <a:ext cx="2771770" cy="9870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Plus Jakarta Sans" pitchFamily="2" charset="0"/>
              </a:defRPr>
            </a:lvl1pPr>
            <a:lvl2pPr marL="514350" indent="-17145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Plus Jakarta Sans" pitchFamily="2" charset="0"/>
              </a:defRPr>
            </a:lvl2pPr>
            <a:lvl3pPr marL="857250" indent="-17145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Plus Jakarta Sans" pitchFamily="2" charset="0"/>
              </a:defRPr>
            </a:lvl3pPr>
            <a:lvl4pPr marL="1200150" indent="-17145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Plus Jakarta Sans" pitchFamily="2" charset="0"/>
              </a:defRPr>
            </a:lvl4pPr>
            <a:lvl5pPr marL="1543050" indent="-17145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Plus Jakarta Sans" pitchFamily="2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>
                <a:latin typeface="Avenir Next LT Pro Light" panose="020B0304020202020204" pitchFamily="34" charset="0"/>
              </a:rPr>
              <a:t>C</a:t>
            </a:r>
            <a:r>
              <a:rPr lang="en-US" altLang="zh-CN" sz="1800" dirty="0">
                <a:latin typeface="Avenir Next LT Pro Light" panose="020B0304020202020204" pitchFamily="34" charset="0"/>
              </a:rPr>
              <a:t>alculate the amount of </a:t>
            </a:r>
            <a:r>
              <a:rPr lang="en-US" altLang="zh-CN" sz="1800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discount</a:t>
            </a:r>
            <a:r>
              <a:rPr lang="en-US" altLang="zh-CN" sz="1800" dirty="0">
                <a:latin typeface="Avenir Next LT Pro Light" panose="020B0304020202020204" pitchFamily="34" charset="0"/>
              </a:rPr>
              <a:t> if </a:t>
            </a:r>
            <a:r>
              <a:rPr lang="en-US" altLang="zh-CN" sz="1800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voucher code </a:t>
            </a:r>
            <a:r>
              <a:rPr lang="en-US" altLang="zh-CN" sz="1800" dirty="0">
                <a:latin typeface="Avenir Next LT Pro Light" panose="020B0304020202020204" pitchFamily="34" charset="0"/>
              </a:rPr>
              <a:t>is applicable  </a:t>
            </a:r>
            <a:endParaRPr lang="en-US" sz="1800" dirty="0">
              <a:latin typeface="Avenir Next LT Pro Light" panose="020B0304020202020204" pitchFamily="34" charset="0"/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BFCE6077-95F0-967C-286A-A8C9EEF01948}"/>
              </a:ext>
            </a:extLst>
          </p:cNvPr>
          <p:cNvSpPr txBox="1">
            <a:spLocks/>
          </p:cNvSpPr>
          <p:nvPr/>
        </p:nvSpPr>
        <p:spPr>
          <a:xfrm>
            <a:off x="892461" y="3283985"/>
            <a:ext cx="2771770" cy="10558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Plus Jakarta Sans" pitchFamily="2" charset="0"/>
              </a:defRPr>
            </a:lvl1pPr>
            <a:lvl2pPr marL="514350" indent="-17145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Plus Jakarta Sans" pitchFamily="2" charset="0"/>
              </a:defRPr>
            </a:lvl2pPr>
            <a:lvl3pPr marL="857250" indent="-17145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Plus Jakarta Sans" pitchFamily="2" charset="0"/>
              </a:defRPr>
            </a:lvl3pPr>
            <a:lvl4pPr marL="1200150" indent="-17145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Plus Jakarta Sans" pitchFamily="2" charset="0"/>
              </a:defRPr>
            </a:lvl4pPr>
            <a:lvl5pPr marL="1543050" indent="-17145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Plus Jakarta Sans" pitchFamily="2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>
                <a:latin typeface="Avenir Next LT Pro Light" panose="020B0304020202020204" pitchFamily="34" charset="0"/>
              </a:rPr>
              <a:t>Display the customer’s </a:t>
            </a:r>
            <a:r>
              <a:rPr lang="en-US" sz="1800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existing member points </a:t>
            </a:r>
            <a:r>
              <a:rPr lang="en-US" sz="1800" dirty="0">
                <a:latin typeface="Avenir Next LT Pro Light" panose="020B0304020202020204" pitchFamily="34" charset="0"/>
              </a:rPr>
              <a:t>based on the entered </a:t>
            </a:r>
            <a:r>
              <a:rPr lang="en-US" sz="1800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member ID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603301D-36A0-8FCA-9A6D-9EB506469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504" y="1669255"/>
            <a:ext cx="2616992" cy="261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06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build="p"/>
      <p:bldP spid="4" grpId="0"/>
      <p:bldP spid="24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5307A12-4521-FDF9-1EAA-BB52D9A2DE67}"/>
              </a:ext>
            </a:extLst>
          </p:cNvPr>
          <p:cNvSpPr/>
          <p:nvPr/>
        </p:nvSpPr>
        <p:spPr>
          <a:xfrm>
            <a:off x="4766033" y="1100137"/>
            <a:ext cx="4077930" cy="358705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395D13A7-DDEE-72B1-F09F-56D589963ECC}"/>
              </a:ext>
            </a:extLst>
          </p:cNvPr>
          <p:cNvSpPr txBox="1">
            <a:spLocks/>
          </p:cNvSpPr>
          <p:nvPr/>
        </p:nvSpPr>
        <p:spPr>
          <a:xfrm>
            <a:off x="0" y="100551"/>
            <a:ext cx="3591616" cy="7155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500" dirty="0">
                <a:latin typeface="Algerian" panose="04020705040A02060702" pitchFamily="82" charset="0"/>
              </a:rPr>
              <a:t>MANAGEMENT</a:t>
            </a:r>
            <a:endParaRPr lang="en-US" sz="3500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39E4EF51-1908-ABAA-0198-99608FCD18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701658"/>
              </p:ext>
            </p:extLst>
          </p:nvPr>
        </p:nvGraphicFramePr>
        <p:xfrm>
          <a:off x="-174831" y="1014409"/>
          <a:ext cx="5341145" cy="37513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DD3B961B-AA6F-44A9-9907-E12FC2E32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72062" y="1232914"/>
            <a:ext cx="3611164" cy="3314353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en-US" sz="1600" dirty="0">
                <a:solidFill>
                  <a:schemeClr val="accent3"/>
                </a:solidFill>
                <a:latin typeface="Avenir Next LT Pro Light" panose="020B0304020202020204" pitchFamily="34" charset="0"/>
              </a:rPr>
              <a:t>From the transaction data, the management can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Avenir Next LT Pro Light" panose="020B0304020202020204" pitchFamily="34" charset="0"/>
              </a:rPr>
              <a:t>identify popular products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Avenir Next LT Pro Light" panose="020B0304020202020204" pitchFamily="34" charset="0"/>
              </a:rPr>
              <a:t>purchasing trends, and peak shopping periods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Avenir Next LT Pro Light" panose="020B0304020202020204" pitchFamily="34" charset="0"/>
              </a:rPr>
              <a:t>improve inventory management processes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Avenir Next LT Pro Light" panose="020B0304020202020204" pitchFamily="34" charset="0"/>
              </a:rPr>
              <a:t>detect slow-moving items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Avenir Next LT Pro Light" panose="020B0304020202020204" pitchFamily="34" charset="0"/>
              </a:rPr>
              <a:t>better estimate demand and modify inventory levels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Avenir Next LT Pro Light" panose="020B0304020202020204" pitchFamily="34" charset="0"/>
              </a:rPr>
              <a:t>prevents overstocking or stockouts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4F93363-93E3-428D-7C3B-727ABFA692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915" y="100551"/>
            <a:ext cx="1360999" cy="136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64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" grpId="0"/>
      <p:bldGraphic spid="10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DB0ED-8A0E-9E85-8594-740D24743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2057400"/>
            <a:ext cx="7696200" cy="1585913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EXPECTED</a:t>
            </a:r>
            <a:br>
              <a:rPr lang="en-US" dirty="0">
                <a:latin typeface="Algerian" panose="04020705040A02060702" pitchFamily="82" charset="0"/>
              </a:rPr>
            </a:br>
            <a:r>
              <a:rPr lang="en-US" dirty="0">
                <a:solidFill>
                  <a:schemeClr val="accent1"/>
                </a:solidFill>
                <a:latin typeface="Algerian" panose="04020705040A02060702" pitchFamily="82" charset="0"/>
              </a:rPr>
              <a:t>OUTPUT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E86DB-D73E-5DD9-9BE5-1C3B516E37D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41049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DB0ED-8A0E-9E85-8594-740D24743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381" y="317772"/>
            <a:ext cx="2962275" cy="464343"/>
          </a:xfrm>
        </p:spPr>
        <p:txBody>
          <a:bodyPr/>
          <a:lstStyle/>
          <a:p>
            <a:r>
              <a:rPr lang="en-US" sz="2800" dirty="0">
                <a:solidFill>
                  <a:schemeClr val="accent1"/>
                </a:solidFill>
                <a:latin typeface="Algerian" panose="04020705040A02060702" pitchFamily="82" charset="0"/>
              </a:rPr>
              <a:t>CUSTOMER</a:t>
            </a:r>
            <a:r>
              <a:rPr lang="en-US" sz="2800" dirty="0">
                <a:latin typeface="Algerian" panose="04020705040A02060702" pitchFamily="82" charset="0"/>
              </a:rPr>
              <a:t> VIEW</a:t>
            </a:r>
            <a:endParaRPr lang="en-US" sz="2800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B1E7EB-927E-1466-6634-D28A874DE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56" y="2102936"/>
            <a:ext cx="3712774" cy="11260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867C22-7BDA-5137-4C30-8FC9E96DD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139" y="999993"/>
            <a:ext cx="3445185" cy="39170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744A0D-9BD8-128A-0531-A889C0077CF0}"/>
              </a:ext>
            </a:extLst>
          </p:cNvPr>
          <p:cNvSpPr txBox="1"/>
          <p:nvPr/>
        </p:nvSpPr>
        <p:spPr>
          <a:xfrm>
            <a:off x="216049" y="1674502"/>
            <a:ext cx="4208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Avenir Next LT Pro Light" panose="020B0304020202020204" pitchFamily="34" charset="0"/>
              </a:rPr>
              <a:t>1. Prompt the user to enter member ID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11BE7B-034B-03A2-BC2B-1AC4E296381F}"/>
              </a:ext>
            </a:extLst>
          </p:cNvPr>
          <p:cNvSpPr txBox="1"/>
          <p:nvPr/>
        </p:nvSpPr>
        <p:spPr>
          <a:xfrm>
            <a:off x="4572000" y="317772"/>
            <a:ext cx="42981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Avenir Next LT Pro Light" panose="020B0304020202020204" pitchFamily="34" charset="0"/>
              </a:rPr>
              <a:t>2. User enter item code purchased and </a:t>
            </a:r>
          </a:p>
          <a:p>
            <a:r>
              <a:rPr lang="en-US" dirty="0">
                <a:solidFill>
                  <a:schemeClr val="tx2"/>
                </a:solidFill>
                <a:latin typeface="Avenir Next LT Pro Light" panose="020B0304020202020204" pitchFamily="34" charset="0"/>
              </a:rPr>
              <a:t>    enter -1 to proceed to payment</a:t>
            </a:r>
          </a:p>
        </p:txBody>
      </p:sp>
    </p:spTree>
    <p:extLst>
      <p:ext uri="{BB962C8B-B14F-4D97-AF65-F5344CB8AC3E}">
        <p14:creationId xmlns:p14="http://schemas.microsoft.com/office/powerpoint/2010/main" val="1079997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78934-3CE6-5389-1F23-9486E293745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750921" y="491844"/>
            <a:ext cx="5833596" cy="405959"/>
          </a:xfrm>
        </p:spPr>
        <p:txBody>
          <a:bodyPr/>
          <a:lstStyle/>
          <a:p>
            <a:r>
              <a:rPr lang="en-US" sz="1800" dirty="0">
                <a:latin typeface="Avenir Next LT Pro Light" panose="020B0304020202020204" pitchFamily="34" charset="0"/>
              </a:rPr>
              <a:t>3. Display the receipt for user after making payment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2BD4C7-617A-446C-B6DF-D47096420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793" y="1039322"/>
            <a:ext cx="4350414" cy="361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551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DB0ED-8A0E-9E85-8594-740D24743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381" y="317772"/>
            <a:ext cx="3547064" cy="464343"/>
          </a:xfrm>
        </p:spPr>
        <p:txBody>
          <a:bodyPr/>
          <a:lstStyle/>
          <a:p>
            <a:r>
              <a:rPr lang="en-US" sz="2800" dirty="0">
                <a:solidFill>
                  <a:schemeClr val="accent1"/>
                </a:solidFill>
                <a:latin typeface="Algerian" panose="04020705040A02060702" pitchFamily="82" charset="0"/>
              </a:rPr>
              <a:t>MANAGEMENT</a:t>
            </a:r>
            <a:r>
              <a:rPr lang="en-US" sz="2800" dirty="0">
                <a:latin typeface="Algerian" panose="04020705040A02060702" pitchFamily="82" charset="0"/>
              </a:rPr>
              <a:t> VIEW</a:t>
            </a:r>
            <a:endParaRPr lang="en-US" sz="2800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744A0D-9BD8-128A-0531-A889C0077CF0}"/>
              </a:ext>
            </a:extLst>
          </p:cNvPr>
          <p:cNvSpPr txBox="1"/>
          <p:nvPr/>
        </p:nvSpPr>
        <p:spPr>
          <a:xfrm>
            <a:off x="304539" y="929708"/>
            <a:ext cx="3343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Avenir Next LT Pro Light" panose="020B0304020202020204" pitchFamily="34" charset="0"/>
              </a:rPr>
              <a:t>1. Display the function choices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11BE7B-034B-03A2-BC2B-1AC4E296381F}"/>
              </a:ext>
            </a:extLst>
          </p:cNvPr>
          <p:cNvSpPr txBox="1"/>
          <p:nvPr/>
        </p:nvSpPr>
        <p:spPr>
          <a:xfrm>
            <a:off x="4671649" y="226777"/>
            <a:ext cx="1360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Avenir Next LT Pro Light" panose="020B0304020202020204" pitchFamily="34" charset="0"/>
              </a:rPr>
              <a:t>3. Choice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CEDA17-D7E2-EA2D-0A48-57FB90377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39" y="1394905"/>
            <a:ext cx="3766901" cy="10089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5BC8FC-1EBD-2143-81DA-371FFD07F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90" y="3386019"/>
            <a:ext cx="3802942" cy="10981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4B6A06-F852-2080-D702-9567BEE91C33}"/>
              </a:ext>
            </a:extLst>
          </p:cNvPr>
          <p:cNvSpPr txBox="1"/>
          <p:nvPr/>
        </p:nvSpPr>
        <p:spPr>
          <a:xfrm>
            <a:off x="304539" y="2992720"/>
            <a:ext cx="1360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Avenir Next LT Pro Light" panose="020B0304020202020204" pitchFamily="34" charset="0"/>
              </a:rPr>
              <a:t>2. Choice 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276E90-3F8E-F8A2-769A-D5B5461483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900" y="704096"/>
            <a:ext cx="3788136" cy="26437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08742EE-A9AE-0A33-8B82-0C9B1BB925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094" y="3850160"/>
            <a:ext cx="3788136" cy="10665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DAFDAF5-51F1-6C32-A97C-34AA1AD854D3}"/>
              </a:ext>
            </a:extLst>
          </p:cNvPr>
          <p:cNvSpPr txBox="1"/>
          <p:nvPr/>
        </p:nvSpPr>
        <p:spPr>
          <a:xfrm>
            <a:off x="4671649" y="3414331"/>
            <a:ext cx="3558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Avenir Next LT Pro Light" panose="020B0304020202020204" pitchFamily="34" charset="0"/>
              </a:rPr>
              <a:t>4. Choice 3 (to exit the program)</a:t>
            </a:r>
          </a:p>
        </p:txBody>
      </p:sp>
    </p:spTree>
    <p:extLst>
      <p:ext uri="{BB962C8B-B14F-4D97-AF65-F5344CB8AC3E}">
        <p14:creationId xmlns:p14="http://schemas.microsoft.com/office/powerpoint/2010/main" val="1055853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/>
      <p:bldP spid="8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DB0ED-8A0E-9E85-8594-740D24743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2392384"/>
            <a:ext cx="7696200" cy="982154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Algerian" panose="04020705040A02060702" pitchFamily="82" charset="0"/>
              </a:rPr>
              <a:t>STORY</a:t>
            </a:r>
            <a:r>
              <a:rPr lang="en-US" dirty="0">
                <a:latin typeface="Algerian" panose="04020705040A02060702" pitchFamily="82" charset="0"/>
              </a:rPr>
              <a:t>BOARD</a:t>
            </a:r>
            <a:endParaRPr lang="en-US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E86DB-D73E-5DD9-9BE5-1C3B516E37D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822605" y="1136854"/>
            <a:ext cx="1498790" cy="982154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1890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239DBF8-25FD-C4F4-0D84-A2A44EC9F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90" y="1448638"/>
            <a:ext cx="2387975" cy="22462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56D5F9-312D-0957-BA97-103FC7247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014" y="1448638"/>
            <a:ext cx="2395971" cy="22462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B1BFBEF-167F-6667-8342-44905DD7F9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539" y="1430675"/>
            <a:ext cx="2395971" cy="228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854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71E171D-0630-E032-1ED4-6D387AB58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984" y="363985"/>
            <a:ext cx="4756031" cy="441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43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CE40F1D-CD31-C4AD-878E-747D58E68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50" y="1474497"/>
            <a:ext cx="2387975" cy="21945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E7AE65-6ADF-C56D-7757-433391120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706" y="1474496"/>
            <a:ext cx="2310587" cy="219450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4772659-376B-57EA-FBA6-166FD7636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373" y="1474495"/>
            <a:ext cx="2378777" cy="219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68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4C59D04-BE88-C6C4-137B-924F92B811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803"/>
          <a:stretch/>
        </p:blipFill>
        <p:spPr>
          <a:xfrm>
            <a:off x="335756" y="1286611"/>
            <a:ext cx="2667001" cy="25702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FD0CD7-18A5-027B-120C-C6FFB7DCCC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703" r="100"/>
          <a:stretch/>
        </p:blipFill>
        <p:spPr>
          <a:xfrm>
            <a:off x="3238500" y="1286611"/>
            <a:ext cx="2667000" cy="25702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1F4BF4-D9F2-CE07-21D0-A33DD5E94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243" y="1286611"/>
            <a:ext cx="2750198" cy="257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98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DB0ED-8A0E-9E85-8594-740D24743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2438930"/>
            <a:ext cx="7696200" cy="982154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Algerian" panose="04020705040A02060702" pitchFamily="82" charset="0"/>
              </a:rPr>
              <a:t>CONCLU</a:t>
            </a:r>
            <a:r>
              <a:rPr lang="en-US" dirty="0">
                <a:latin typeface="Algerian" panose="04020705040A02060702" pitchFamily="82" charset="0"/>
              </a:rPr>
              <a:t>SION</a:t>
            </a:r>
            <a:endParaRPr lang="en-US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E86DB-D73E-5DD9-9BE5-1C3B516E37D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822605" y="1236866"/>
            <a:ext cx="1498790" cy="982154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74586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E3231-179A-2737-E779-C06618BCE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801289"/>
            <a:ext cx="7886700" cy="851297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revolutionize the checkout process</a:t>
            </a:r>
            <a:r>
              <a:rPr lang="en-US" sz="2000" dirty="0">
                <a:latin typeface="Avenir Next LT Pro Light" panose="020B0304020202020204" pitchFamily="34" charset="0"/>
              </a:rPr>
              <a:t> by integrating seamlessly designed features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F289523-44DD-C70D-3E03-E71DA1E2C12B}"/>
              </a:ext>
            </a:extLst>
          </p:cNvPr>
          <p:cNvSpPr txBox="1">
            <a:spLocks/>
          </p:cNvSpPr>
          <p:nvPr/>
        </p:nvSpPr>
        <p:spPr>
          <a:xfrm>
            <a:off x="552450" y="2276474"/>
            <a:ext cx="7886700" cy="1281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optimize cashier productivity</a:t>
            </a:r>
            <a:r>
              <a:rPr lang="en-US" sz="2000" dirty="0">
                <a:latin typeface="Avenir Next LT Pro Light" panose="020B0304020202020204" pitchFamily="34" charset="0"/>
              </a:rPr>
              <a:t> and </a:t>
            </a:r>
            <a:r>
              <a:rPr lang="en-US" sz="2000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elevate customer satisfaction</a:t>
            </a:r>
            <a:r>
              <a:rPr lang="en-US" sz="2000" dirty="0">
                <a:latin typeface="Avenir Next LT Pro Light" panose="020B0304020202020204" pitchFamily="34" charset="0"/>
              </a:rPr>
              <a:t> </a:t>
            </a:r>
            <a:r>
              <a:rPr lang="en-US" altLang="zh-CN" sz="2000" dirty="0">
                <a:latin typeface="Avenir Next LT Pro Light" panose="020B0304020202020204" pitchFamily="34" charset="0"/>
              </a:rPr>
              <a:t>t</a:t>
            </a:r>
            <a:r>
              <a:rPr lang="en-US" sz="2000" dirty="0">
                <a:latin typeface="Avenir Next LT Pro Light" panose="020B0304020202020204" pitchFamily="34" charset="0"/>
              </a:rPr>
              <a:t>hrough intuitive interfaces and automated functionalities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B929E7-B9A3-75D3-CE94-2080C395216F}"/>
              </a:ext>
            </a:extLst>
          </p:cNvPr>
          <p:cNvSpPr txBox="1">
            <a:spLocks/>
          </p:cNvSpPr>
          <p:nvPr/>
        </p:nvSpPr>
        <p:spPr>
          <a:xfrm>
            <a:off x="552450" y="1729976"/>
            <a:ext cx="7886700" cy="6965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ensures smooth operation </a:t>
            </a:r>
            <a:r>
              <a:rPr lang="en-US" sz="2000" dirty="0">
                <a:latin typeface="Avenir Next LT Pro Light" panose="020B0304020202020204" pitchFamily="34" charset="0"/>
              </a:rPr>
              <a:t>and </a:t>
            </a:r>
            <a:r>
              <a:rPr lang="en-US" sz="2000" dirty="0">
                <a:solidFill>
                  <a:schemeClr val="accent1"/>
                </a:solidFill>
                <a:latin typeface="Avenir Next LT Pro Light" panose="020B0304020202020204" pitchFamily="34" charset="0"/>
              </a:rPr>
              <a:t>enhanced efficiency</a:t>
            </a:r>
            <a:endParaRPr lang="en-US" sz="2000" dirty="0">
              <a:latin typeface="Avenir Next LT Pro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319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DB0ED-8A0E-9E85-8594-740D24743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2438930"/>
            <a:ext cx="7696200" cy="982154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POSSIBLE</a:t>
            </a:r>
            <a:r>
              <a:rPr lang="en-US" dirty="0">
                <a:solidFill>
                  <a:schemeClr val="accent1"/>
                </a:solidFill>
                <a:latin typeface="Algerian" panose="04020705040A02060702" pitchFamily="82" charset="0"/>
              </a:rPr>
              <a:t> IMPROVEMENT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E86DB-D73E-5DD9-9BE5-1C3B516E37D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822605" y="1236866"/>
            <a:ext cx="1498790" cy="982154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436723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5852D6-A72B-4156-AF23-4EF48A92F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9423" y="2117611"/>
            <a:ext cx="5665154" cy="912327"/>
          </a:xfrm>
        </p:spPr>
        <p:txBody>
          <a:bodyPr/>
          <a:lstStyle/>
          <a:p>
            <a:r>
              <a:rPr lang="es-ES" dirty="0">
                <a:latin typeface="Algerian" panose="04020705040A02060702" pitchFamily="82" charset="0"/>
              </a:rPr>
              <a:t>THANK </a:t>
            </a:r>
            <a:r>
              <a:rPr lang="es-ES" dirty="0">
                <a:solidFill>
                  <a:schemeClr val="accent1"/>
                </a:solidFill>
                <a:latin typeface="Algerian" panose="04020705040A02060702" pitchFamily="82" charset="0"/>
              </a:rPr>
              <a:t>YOU</a:t>
            </a:r>
            <a:endParaRPr lang="en-US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60DD449D-BDC7-DF95-10AA-2C336E8F3B96}"/>
              </a:ext>
            </a:extLst>
          </p:cNvPr>
          <p:cNvGrpSpPr/>
          <p:nvPr/>
        </p:nvGrpSpPr>
        <p:grpSpPr>
          <a:xfrm>
            <a:off x="533335" y="211049"/>
            <a:ext cx="8233740" cy="3897627"/>
            <a:chOff x="550659" y="168090"/>
            <a:chExt cx="8233740" cy="3897627"/>
          </a:xfrm>
        </p:grpSpPr>
        <p:pic>
          <p:nvPicPr>
            <p:cNvPr id="36" name="Gráfico 35">
              <a:extLst>
                <a:ext uri="{FF2B5EF4-FFF2-40B4-BE49-F238E27FC236}">
                  <a16:creationId xmlns:a16="http://schemas.microsoft.com/office/drawing/2014/main" id="{7E5377A1-D527-F59B-12E6-73FC755A8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00910" y="1820037"/>
              <a:ext cx="942715" cy="1021539"/>
            </a:xfrm>
            <a:prstGeom prst="rect">
              <a:avLst/>
            </a:prstGeom>
          </p:spPr>
        </p:pic>
        <p:pic>
          <p:nvPicPr>
            <p:cNvPr id="37" name="Gráfico 36">
              <a:extLst>
                <a:ext uri="{FF2B5EF4-FFF2-40B4-BE49-F238E27FC236}">
                  <a16:creationId xmlns:a16="http://schemas.microsoft.com/office/drawing/2014/main" id="{98D1CDF4-41B1-AC77-CB97-C8F35F879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824016">
              <a:off x="7501544" y="168090"/>
              <a:ext cx="590047" cy="851253"/>
            </a:xfrm>
            <a:prstGeom prst="rect">
              <a:avLst/>
            </a:prstGeom>
          </p:spPr>
        </p:pic>
        <p:pic>
          <p:nvPicPr>
            <p:cNvPr id="38" name="Gráfico 37">
              <a:extLst>
                <a:ext uri="{FF2B5EF4-FFF2-40B4-BE49-F238E27FC236}">
                  <a16:creationId xmlns:a16="http://schemas.microsoft.com/office/drawing/2014/main" id="{7AD4796B-35FD-6A8A-03C6-83BAC32D1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3905946">
              <a:off x="7861976" y="3143295"/>
              <a:ext cx="846709" cy="998136"/>
            </a:xfrm>
            <a:prstGeom prst="rect">
              <a:avLst/>
            </a:prstGeom>
          </p:spPr>
        </p:pic>
        <p:pic>
          <p:nvPicPr>
            <p:cNvPr id="39" name="Imagen 38" descr="Un globo de colores&#10;&#10;Descripción generada automáticamente con confianza baja">
              <a:extLst>
                <a:ext uri="{FF2B5EF4-FFF2-40B4-BE49-F238E27FC236}">
                  <a16:creationId xmlns:a16="http://schemas.microsoft.com/office/drawing/2014/main" id="{183D9249-E99B-F781-A3A6-E93DAF03D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24161" flipH="1">
              <a:off x="550659" y="1772596"/>
              <a:ext cx="497096" cy="379081"/>
            </a:xfrm>
            <a:prstGeom prst="rect">
              <a:avLst/>
            </a:prstGeom>
          </p:spPr>
        </p:pic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573DAAF9-B4F1-D63D-0EF6-111E2FBAFDEF}"/>
              </a:ext>
            </a:extLst>
          </p:cNvPr>
          <p:cNvGrpSpPr/>
          <p:nvPr/>
        </p:nvGrpSpPr>
        <p:grpSpPr>
          <a:xfrm>
            <a:off x="1612429" y="1115194"/>
            <a:ext cx="7150080" cy="3757877"/>
            <a:chOff x="1612429" y="1115194"/>
            <a:chExt cx="7150080" cy="3757877"/>
          </a:xfrm>
        </p:grpSpPr>
        <p:pic>
          <p:nvPicPr>
            <p:cNvPr id="42" name="Imagen 41" descr="Un dibujo de una persona&#10;&#10;Descripción generada automáticamente con confianza baja">
              <a:extLst>
                <a:ext uri="{FF2B5EF4-FFF2-40B4-BE49-F238E27FC236}">
                  <a16:creationId xmlns:a16="http://schemas.microsoft.com/office/drawing/2014/main" id="{5531F6F0-3B88-1E11-1820-E2209D002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268007" y="1115194"/>
              <a:ext cx="494502" cy="511171"/>
            </a:xfrm>
            <a:prstGeom prst="rect">
              <a:avLst/>
            </a:prstGeom>
          </p:spPr>
        </p:pic>
        <p:pic>
          <p:nvPicPr>
            <p:cNvPr id="43" name="Imagen 42" descr="Imagen que contiene Patrón de fondo&#10;&#10;Descripción generada automáticamente">
              <a:extLst>
                <a:ext uri="{FF2B5EF4-FFF2-40B4-BE49-F238E27FC236}">
                  <a16:creationId xmlns:a16="http://schemas.microsoft.com/office/drawing/2014/main" id="{4F183F4D-831B-155B-5216-0DAE0ECC9F7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633546" flipH="1">
              <a:off x="6906716" y="2717816"/>
              <a:ext cx="281272" cy="567364"/>
            </a:xfrm>
            <a:prstGeom prst="rect">
              <a:avLst/>
            </a:prstGeom>
          </p:spPr>
        </p:pic>
        <p:pic>
          <p:nvPicPr>
            <p:cNvPr id="44" name="Imagen 43" descr="Dibujo de una persona&#10;&#10;Descripción generada automáticamente con confianza media">
              <a:extLst>
                <a:ext uri="{FF2B5EF4-FFF2-40B4-BE49-F238E27FC236}">
                  <a16:creationId xmlns:a16="http://schemas.microsoft.com/office/drawing/2014/main" id="{A109069A-E4BD-C444-6AAB-B74400C78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942737" flipH="1">
              <a:off x="7265508" y="4414673"/>
              <a:ext cx="565406" cy="351389"/>
            </a:xfrm>
            <a:prstGeom prst="rect">
              <a:avLst/>
            </a:prstGeom>
          </p:spPr>
        </p:pic>
        <p:pic>
          <p:nvPicPr>
            <p:cNvPr id="45" name="Imagen 44" descr="Un globo amarillo&#10;&#10;Descripción generada automáticamente con confianza media">
              <a:extLst>
                <a:ext uri="{FF2B5EF4-FFF2-40B4-BE49-F238E27FC236}">
                  <a16:creationId xmlns:a16="http://schemas.microsoft.com/office/drawing/2014/main" id="{B1B34577-7B83-D3E7-D66B-A57E042E5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612429" y="3613941"/>
              <a:ext cx="365768" cy="528073"/>
            </a:xfrm>
            <a:prstGeom prst="rect">
              <a:avLst/>
            </a:prstGeom>
          </p:spPr>
        </p:pic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069D8E81-6FCA-0DE0-0FCC-7F4F3F2900C7}"/>
              </a:ext>
            </a:extLst>
          </p:cNvPr>
          <p:cNvGrpSpPr/>
          <p:nvPr/>
        </p:nvGrpSpPr>
        <p:grpSpPr>
          <a:xfrm>
            <a:off x="469936" y="501558"/>
            <a:ext cx="8251709" cy="4362072"/>
            <a:chOff x="364217" y="563052"/>
            <a:chExt cx="8251709" cy="4362072"/>
          </a:xfrm>
        </p:grpSpPr>
        <p:pic>
          <p:nvPicPr>
            <p:cNvPr id="47" name="Gráfico 46">
              <a:extLst>
                <a:ext uri="{FF2B5EF4-FFF2-40B4-BE49-F238E27FC236}">
                  <a16:creationId xmlns:a16="http://schemas.microsoft.com/office/drawing/2014/main" id="{243967D2-B8AA-5C4F-9810-1EC09974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 flipV="1">
              <a:off x="364217" y="3144448"/>
              <a:ext cx="822458" cy="891227"/>
            </a:xfrm>
            <a:prstGeom prst="rect">
              <a:avLst/>
            </a:prstGeom>
          </p:spPr>
        </p:pic>
        <p:pic>
          <p:nvPicPr>
            <p:cNvPr id="48" name="Imagen 47" descr="Icono&#10;&#10;Descripción generada automáticamente">
              <a:extLst>
                <a:ext uri="{FF2B5EF4-FFF2-40B4-BE49-F238E27FC236}">
                  <a16:creationId xmlns:a16="http://schemas.microsoft.com/office/drawing/2014/main" id="{04E9B6B0-BF11-8C14-3BB9-911D89211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76260" y="563052"/>
              <a:ext cx="506406" cy="528073"/>
            </a:xfrm>
            <a:prstGeom prst="rect">
              <a:avLst/>
            </a:prstGeom>
          </p:spPr>
        </p:pic>
        <p:pic>
          <p:nvPicPr>
            <p:cNvPr id="49" name="Imagen 48" descr="Imagen que contiene Patrón de fondo&#10;&#10;Descripción generada automáticamente">
              <a:extLst>
                <a:ext uri="{FF2B5EF4-FFF2-40B4-BE49-F238E27FC236}">
                  <a16:creationId xmlns:a16="http://schemas.microsoft.com/office/drawing/2014/main" id="{59165E64-023D-A595-FF64-509299F56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6155293" flipH="1">
              <a:off x="1625797" y="4447031"/>
              <a:ext cx="554864" cy="401322"/>
            </a:xfrm>
            <a:prstGeom prst="rect">
              <a:avLst/>
            </a:prstGeom>
          </p:spPr>
        </p:pic>
        <p:pic>
          <p:nvPicPr>
            <p:cNvPr id="50" name="Imagen 49" descr="Dibujo de la tierra desde el espacio&#10;&#10;Descripción generada automáticamente con confianza baja">
              <a:extLst>
                <a:ext uri="{FF2B5EF4-FFF2-40B4-BE49-F238E27FC236}">
                  <a16:creationId xmlns:a16="http://schemas.microsoft.com/office/drawing/2014/main" id="{0AC9A1E0-22EF-55AF-E889-B079B239E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049516" y="1538236"/>
              <a:ext cx="566410" cy="385071"/>
            </a:xfrm>
            <a:prstGeom prst="rect">
              <a:avLst/>
            </a:prstGeom>
          </p:spPr>
        </p:pic>
        <p:pic>
          <p:nvPicPr>
            <p:cNvPr id="51" name="Imagen 50" descr="Logotipo, Icono&#10;&#10;Descripción generada automáticamente">
              <a:extLst>
                <a:ext uri="{FF2B5EF4-FFF2-40B4-BE49-F238E27FC236}">
                  <a16:creationId xmlns:a16="http://schemas.microsoft.com/office/drawing/2014/main" id="{7E3EFF4E-C087-C3AE-0472-7266A5F2D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643395" y="1929775"/>
              <a:ext cx="482291" cy="473072"/>
            </a:xfrm>
            <a:prstGeom prst="rect">
              <a:avLst/>
            </a:prstGeom>
          </p:spPr>
        </p:pic>
      </p:grp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504EB8CF-A2D1-63BA-6C88-6D266092A454}"/>
              </a:ext>
            </a:extLst>
          </p:cNvPr>
          <p:cNvCxnSpPr>
            <a:cxnSpLocks/>
          </p:cNvCxnSpPr>
          <p:nvPr/>
        </p:nvCxnSpPr>
        <p:spPr>
          <a:xfrm flipV="1">
            <a:off x="1974612" y="3237666"/>
            <a:ext cx="5194776" cy="23144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83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xit" presetSubtype="0" repeatCount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2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2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2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8" presetClass="exit" presetSubtype="0" repeatCount="1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29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29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028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8" presetClass="exit" presetSubtype="0" repeatCount="1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529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29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528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6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Personalizado 8">
      <a:dk1>
        <a:srgbClr val="6C7B46"/>
      </a:dk1>
      <a:lt1>
        <a:srgbClr val="B1C176"/>
      </a:lt1>
      <a:dk2>
        <a:srgbClr val="C2CC9A"/>
      </a:dk2>
      <a:lt2>
        <a:srgbClr val="F39921"/>
      </a:lt2>
      <a:accent1>
        <a:srgbClr val="FEC928"/>
      </a:accent1>
      <a:accent2>
        <a:srgbClr val="424B2B"/>
      </a:accent2>
      <a:accent3>
        <a:srgbClr val="363D23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C2CC9A"/>
      </a:folHlink>
    </a:clrScheme>
    <a:fontScheme name="Personalizado 4">
      <a:majorFont>
        <a:latin typeface="Doppio One"/>
        <a:ea typeface=""/>
        <a:cs typeface=""/>
      </a:majorFont>
      <a:minorFont>
        <a:latin typeface="Cabi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1541</TotalTime>
  <Words>398</Words>
  <Application>Microsoft Office PowerPoint</Application>
  <PresentationFormat>On-screen Show (16:9)</PresentationFormat>
  <Paragraphs>79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Cabin</vt:lpstr>
      <vt:lpstr>Doppio One</vt:lpstr>
      <vt:lpstr>Algerian</vt:lpstr>
      <vt:lpstr>Arial</vt:lpstr>
      <vt:lpstr>Avenir Next LT Pro Light</vt:lpstr>
      <vt:lpstr>Britannic Bold</vt:lpstr>
      <vt:lpstr>Calibri</vt:lpstr>
      <vt:lpstr>Office Theme</vt:lpstr>
      <vt:lpstr>SELF-CHECKOUT SYSTEM</vt:lpstr>
      <vt:lpstr>TABLE OF CONTENTS</vt:lpstr>
      <vt:lpstr>INTRODUCTION</vt:lpstr>
      <vt:lpstr>provide a mechanism for customers to complete their own transaction from a retailer without needing a traditional staffed checkout</vt:lpstr>
      <vt:lpstr>Customer</vt:lpstr>
      <vt:lpstr>Synopsis  and  General Idea</vt:lpstr>
      <vt:lpstr>Customer</vt:lpstr>
      <vt:lpstr>PowerPoint Presentation</vt:lpstr>
      <vt:lpstr>EXPECTED OUTPUT</vt:lpstr>
      <vt:lpstr>CUSTOMER VIEW</vt:lpstr>
      <vt:lpstr>PowerPoint Presentation</vt:lpstr>
      <vt:lpstr>MANAGEMENT VIEW</vt:lpstr>
      <vt:lpstr>STORYBOARD</vt:lpstr>
      <vt:lpstr>PowerPoint Presentation</vt:lpstr>
      <vt:lpstr>PowerPoint Presentation</vt:lpstr>
      <vt:lpstr>PowerPoint Presentation</vt:lpstr>
      <vt:lpstr>PowerPoint Presentation</vt:lpstr>
      <vt:lpstr>CONCLUSION</vt:lpstr>
      <vt:lpstr>revolutionize the checkout process by integrating seamlessly designed features</vt:lpstr>
      <vt:lpstr>POSSIBLE IMPROVEMENT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CASHIER CHECKOUT SYSTEM</dc:title>
  <dc:creator>User</dc:creator>
  <cp:lastModifiedBy>GOE JIE YING</cp:lastModifiedBy>
  <cp:revision>4</cp:revision>
  <dcterms:created xsi:type="dcterms:W3CDTF">2021-10-12T08:06:43Z</dcterms:created>
  <dcterms:modified xsi:type="dcterms:W3CDTF">2024-04-14T05:12:46Z</dcterms:modified>
</cp:coreProperties>
</file>